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64"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Lst>
  <p:sldSz cy="5143500" cx="9144000"/>
  <p:notesSz cx="6858000" cy="9144000"/>
  <p:embeddedFontLst>
    <p:embeddedFont>
      <p:font typeface="Montserrat SemiBold"/>
      <p:regular r:id="rId34"/>
      <p:bold r:id="rId35"/>
      <p:italic r:id="rId36"/>
      <p:boldItalic r:id="rId37"/>
    </p:embeddedFont>
    <p:embeddedFont>
      <p:font typeface="Montserrat"/>
      <p:regular r:id="rId38"/>
      <p:bold r:id="rId39"/>
      <p:italic r:id="rId40"/>
      <p:boldItalic r:id="rId41"/>
    </p:embeddedFont>
    <p:embeddedFont>
      <p:font typeface="Frank Ruhl Libre"/>
      <p:regular r:id="rId42"/>
      <p:bold r:id="rId43"/>
    </p:embeddedFont>
    <p:embeddedFont>
      <p:font typeface="Montserrat ExtraBold"/>
      <p:bold r:id="rId44"/>
      <p:boldItalic r:id="rId45"/>
    </p:embeddedFont>
    <p:embeddedFont>
      <p:font typeface="Roboto Mono"/>
      <p:regular r:id="rId46"/>
      <p:bold r:id="rId47"/>
      <p:italic r:id="rId48"/>
      <p:boldItalic r:id="rId4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50" roundtripDataSignature="AMtx7mgLBXhEgY4Xh07H4Vc0UA9GU46ex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Montserrat-italic.fntdata"/><Relationship Id="rId42" Type="http://schemas.openxmlformats.org/officeDocument/2006/relationships/font" Target="fonts/FrankRuhlLibre-regular.fntdata"/><Relationship Id="rId41" Type="http://schemas.openxmlformats.org/officeDocument/2006/relationships/font" Target="fonts/Montserrat-boldItalic.fntdata"/><Relationship Id="rId44" Type="http://schemas.openxmlformats.org/officeDocument/2006/relationships/font" Target="fonts/MontserratExtraBold-bold.fntdata"/><Relationship Id="rId43" Type="http://schemas.openxmlformats.org/officeDocument/2006/relationships/font" Target="fonts/FrankRuhlLibre-bold.fntdata"/><Relationship Id="rId46" Type="http://schemas.openxmlformats.org/officeDocument/2006/relationships/font" Target="fonts/RobotoMono-regular.fntdata"/><Relationship Id="rId45" Type="http://schemas.openxmlformats.org/officeDocument/2006/relationships/font" Target="fonts/MontserratExtraBold-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48" Type="http://schemas.openxmlformats.org/officeDocument/2006/relationships/font" Target="fonts/RobotoMono-italic.fntdata"/><Relationship Id="rId47" Type="http://schemas.openxmlformats.org/officeDocument/2006/relationships/font" Target="fonts/RobotoMono-bold.fntdata"/><Relationship Id="rId49" Type="http://schemas.openxmlformats.org/officeDocument/2006/relationships/font" Target="fonts/RobotoMono-boldItalic.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font" Target="fonts/MontserratSemiBold-bold.fntdata"/><Relationship Id="rId34" Type="http://schemas.openxmlformats.org/officeDocument/2006/relationships/font" Target="fonts/MontserratSemiBold-regular.fntdata"/><Relationship Id="rId37" Type="http://schemas.openxmlformats.org/officeDocument/2006/relationships/font" Target="fonts/MontserratSemiBold-boldItalic.fntdata"/><Relationship Id="rId36" Type="http://schemas.openxmlformats.org/officeDocument/2006/relationships/font" Target="fonts/MontserratSemiBold-italic.fntdata"/><Relationship Id="rId39" Type="http://schemas.openxmlformats.org/officeDocument/2006/relationships/font" Target="fonts/Montserrat-bold.fntdata"/><Relationship Id="rId38" Type="http://schemas.openxmlformats.org/officeDocument/2006/relationships/font" Target="fonts/Montserrat-regular.fntdata"/><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0" Type="http://customschemas.google.com/relationships/presentationmetadata" Target="meta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5" name="Google Shape;185;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2" name="Google Shape;192;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3dbec4d3041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3dbec4d3041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5" name="Google Shape;205;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5: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3" name="Google Shape;223;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1" name="Google Shape;231;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3dbc8acfd59_4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8" name="Google Shape;238;g3dbc8acfd59_4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7" name="Google Shape;247;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3dbb17f97c8_2_8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4" name="Google Shape;254;g3dbb17f97c8_2_8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3dbb17f97c8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5" name="Google Shape;265;g3dbb17f97c8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3dbc2c6dae2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3" name="Google Shape;273;g3dbc2c6dae2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3dbc8acfd59_2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3" name="Google Shape;283;g3dbc8acfd59_2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3dbc2c6dae2_1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5" name="Google Shape;295;g3dbc2c6dae2_1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1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g3dbb17f97c8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2" name="Google Shape;312;g3dbb17f97c8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g3dbb17f97c8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0" name="Google Shape;320;g3dbb17f97c8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g3dbb17f97c8_0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8" name="Google Shape;338;g3dbb17f97c8_0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g3dbb17f97c8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6" name="Google Shape;346;g3dbb17f97c8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g3dbb17f97c8_0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6" name="Google Shape;356;g3dbb17f97c8_0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g3dbb17f97c8_0_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4" name="Google Shape;364;g3dbb17f97c8_0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g3dbb17f97c8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2" name="Google Shape;372;g3dbb17f97c8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g3dbb17f97c8_0_1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0" name="Google Shape;380;g3dbb17f97c8_0_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g3dbb17f97c8_0_1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1" name="Google Shape;391;g3dbb17f97c8_0_1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0" name="Google Shape;400;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6" name="Google Shape;406;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12" name="Google Shape;412;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 Id="rId3"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 Id="rId3"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jp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 Id="rId3"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jp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jpg"/><Relationship Id="rId3" Type="http://schemas.openxmlformats.org/officeDocument/2006/relationships/image" Target="../media/image6.png"/><Relationship Id="rId4"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jpg"/><Relationship Id="rId3" Type="http://schemas.openxmlformats.org/officeDocument/2006/relationships/image" Target="../media/image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jpg"/><Relationship Id="rId3" Type="http://schemas.openxmlformats.org/officeDocument/2006/relationships/image" Target="../media/image1.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7.jp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3.jp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3.jp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3.jp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jpg"/><Relationship Id="rId3" Type="http://schemas.openxmlformats.org/officeDocument/2006/relationships/image" Target="../media/image1.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3.jp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jpg"/><Relationship Id="rId3" Type="http://schemas.openxmlformats.org/officeDocument/2006/relationships/image" Target="../media/image1.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3.jp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jpg"/><Relationship Id="rId3" Type="http://schemas.openxmlformats.org/officeDocument/2006/relationships/image" Target="../media/image6.png"/><Relationship Id="rId4" Type="http://schemas.openxmlformats.org/officeDocument/2006/relationships/image" Target="../media/image1.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3.jpg"/><Relationship Id="rId3" Type="http://schemas.openxmlformats.org/officeDocument/2006/relationships/image" Target="../media/image1.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type="title">
  <p:cSld name="TITLE">
    <p:bg>
      <p:bgPr>
        <a:solidFill>
          <a:srgbClr val="220337"/>
        </a:solidFill>
      </p:bgPr>
    </p:bg>
    <p:spTree>
      <p:nvGrpSpPr>
        <p:cNvPr id="8" name="Shape 8"/>
        <p:cNvGrpSpPr/>
        <p:nvPr/>
      </p:nvGrpSpPr>
      <p:grpSpPr>
        <a:xfrm>
          <a:off x="0" y="0"/>
          <a:ext cx="0" cy="0"/>
          <a:chOff x="0" y="0"/>
          <a:chExt cx="0" cy="0"/>
        </a:xfrm>
      </p:grpSpPr>
      <p:pic>
        <p:nvPicPr>
          <p:cNvPr id="9" name="Google Shape;9;p16"/>
          <p:cNvPicPr preferRelativeResize="0"/>
          <p:nvPr/>
        </p:nvPicPr>
        <p:blipFill rotWithShape="1">
          <a:blip r:embed="rId2">
            <a:alphaModFix/>
          </a:blip>
          <a:srcRect b="0" l="0" r="0" t="0"/>
          <a:stretch/>
        </p:blipFill>
        <p:spPr>
          <a:xfrm>
            <a:off x="0" y="0"/>
            <a:ext cx="9144003" cy="5143501"/>
          </a:xfrm>
          <a:prstGeom prst="rect">
            <a:avLst/>
          </a:prstGeom>
          <a:noFill/>
          <a:ln>
            <a:noFill/>
          </a:ln>
        </p:spPr>
      </p:pic>
      <p:pic>
        <p:nvPicPr>
          <p:cNvPr id="10" name="Google Shape;10;p16"/>
          <p:cNvPicPr preferRelativeResize="0"/>
          <p:nvPr/>
        </p:nvPicPr>
        <p:blipFill rotWithShape="1">
          <a:blip r:embed="rId3">
            <a:alphaModFix/>
          </a:blip>
          <a:srcRect b="0" l="0" r="0" t="0"/>
          <a:stretch/>
        </p:blipFill>
        <p:spPr>
          <a:xfrm>
            <a:off x="4047363" y="427947"/>
            <a:ext cx="1049175" cy="356100"/>
          </a:xfrm>
          <a:prstGeom prst="rect">
            <a:avLst/>
          </a:prstGeom>
          <a:noFill/>
          <a:ln>
            <a:noFill/>
          </a:ln>
        </p:spPr>
      </p:pic>
      <p:sp>
        <p:nvSpPr>
          <p:cNvPr id="11" name="Google Shape;11;p16"/>
          <p:cNvSpPr txBox="1"/>
          <p:nvPr>
            <p:ph type="title"/>
          </p:nvPr>
        </p:nvSpPr>
        <p:spPr>
          <a:xfrm>
            <a:off x="904850" y="1253682"/>
            <a:ext cx="7333800" cy="1595100"/>
          </a:xfrm>
          <a:prstGeom prst="rect">
            <a:avLst/>
          </a:prstGeom>
          <a:noFill/>
          <a:ln>
            <a:noFill/>
          </a:ln>
        </p:spPr>
        <p:txBody>
          <a:bodyPr anchorCtr="0" anchor="ctr" bIns="91425" lIns="91425" spcFirstLastPara="1" rIns="91425" wrap="square" tIns="91425">
            <a:noAutofit/>
          </a:bodyPr>
          <a:lstStyle>
            <a:lvl1pPr lvl="0" algn="ctr">
              <a:lnSpc>
                <a:spcPct val="80000"/>
              </a:lnSpc>
              <a:spcBef>
                <a:spcPts val="0"/>
              </a:spcBef>
              <a:spcAft>
                <a:spcPts val="0"/>
              </a:spcAft>
              <a:buSzPts val="3600"/>
              <a:buNone/>
              <a:defRPr sz="7200">
                <a:solidFill>
                  <a:schemeClr val="accent2"/>
                </a:solidFill>
              </a:defRPr>
            </a:lvl1pPr>
            <a:lvl2pPr lvl="1" algn="l">
              <a:lnSpc>
                <a:spcPct val="100000"/>
              </a:lnSpc>
              <a:spcBef>
                <a:spcPts val="0"/>
              </a:spcBef>
              <a:spcAft>
                <a:spcPts val="0"/>
              </a:spcAft>
              <a:buSzPts val="2800"/>
              <a:buNone/>
              <a:defRPr>
                <a:solidFill>
                  <a:srgbClr val="FFFFFF"/>
                </a:solidFill>
              </a:defRPr>
            </a:lvl2pPr>
            <a:lvl3pPr lvl="2" algn="l">
              <a:lnSpc>
                <a:spcPct val="100000"/>
              </a:lnSpc>
              <a:spcBef>
                <a:spcPts val="0"/>
              </a:spcBef>
              <a:spcAft>
                <a:spcPts val="0"/>
              </a:spcAft>
              <a:buSzPts val="2800"/>
              <a:buNone/>
              <a:defRPr>
                <a:solidFill>
                  <a:srgbClr val="FFFFFF"/>
                </a:solidFill>
              </a:defRPr>
            </a:lvl3pPr>
            <a:lvl4pPr lvl="3" algn="l">
              <a:lnSpc>
                <a:spcPct val="100000"/>
              </a:lnSpc>
              <a:spcBef>
                <a:spcPts val="0"/>
              </a:spcBef>
              <a:spcAft>
                <a:spcPts val="0"/>
              </a:spcAft>
              <a:buSzPts val="2800"/>
              <a:buNone/>
              <a:defRPr>
                <a:solidFill>
                  <a:srgbClr val="FFFFFF"/>
                </a:solidFill>
              </a:defRPr>
            </a:lvl4pPr>
            <a:lvl5pPr lvl="4" algn="l">
              <a:lnSpc>
                <a:spcPct val="100000"/>
              </a:lnSpc>
              <a:spcBef>
                <a:spcPts val="0"/>
              </a:spcBef>
              <a:spcAft>
                <a:spcPts val="0"/>
              </a:spcAft>
              <a:buSzPts val="2800"/>
              <a:buNone/>
              <a:defRPr>
                <a:solidFill>
                  <a:srgbClr val="FFFFFF"/>
                </a:solidFill>
              </a:defRPr>
            </a:lvl5pPr>
            <a:lvl6pPr lvl="5" algn="l">
              <a:lnSpc>
                <a:spcPct val="100000"/>
              </a:lnSpc>
              <a:spcBef>
                <a:spcPts val="0"/>
              </a:spcBef>
              <a:spcAft>
                <a:spcPts val="0"/>
              </a:spcAft>
              <a:buSzPts val="2800"/>
              <a:buNone/>
              <a:defRPr>
                <a:solidFill>
                  <a:srgbClr val="FFFFFF"/>
                </a:solidFill>
              </a:defRPr>
            </a:lvl6pPr>
            <a:lvl7pPr lvl="6" algn="l">
              <a:lnSpc>
                <a:spcPct val="100000"/>
              </a:lnSpc>
              <a:spcBef>
                <a:spcPts val="0"/>
              </a:spcBef>
              <a:spcAft>
                <a:spcPts val="0"/>
              </a:spcAft>
              <a:buSzPts val="2800"/>
              <a:buNone/>
              <a:defRPr>
                <a:solidFill>
                  <a:srgbClr val="FFFFFF"/>
                </a:solidFill>
              </a:defRPr>
            </a:lvl7pPr>
            <a:lvl8pPr lvl="7" algn="l">
              <a:lnSpc>
                <a:spcPct val="100000"/>
              </a:lnSpc>
              <a:spcBef>
                <a:spcPts val="0"/>
              </a:spcBef>
              <a:spcAft>
                <a:spcPts val="0"/>
              </a:spcAft>
              <a:buSzPts val="2800"/>
              <a:buNone/>
              <a:defRPr>
                <a:solidFill>
                  <a:srgbClr val="FFFFFF"/>
                </a:solidFill>
              </a:defRPr>
            </a:lvl8pPr>
            <a:lvl9pPr lvl="8" algn="l">
              <a:lnSpc>
                <a:spcPct val="100000"/>
              </a:lnSpc>
              <a:spcBef>
                <a:spcPts val="0"/>
              </a:spcBef>
              <a:spcAft>
                <a:spcPts val="0"/>
              </a:spcAft>
              <a:buSzPts val="2800"/>
              <a:buNone/>
              <a:defRPr>
                <a:solidFill>
                  <a:srgbClr val="FFFFFF"/>
                </a:solidFill>
              </a:defRPr>
            </a:lvl9pPr>
          </a:lstStyle>
          <a:p/>
        </p:txBody>
      </p:sp>
      <p:sp>
        <p:nvSpPr>
          <p:cNvPr id="12" name="Google Shape;12;p16"/>
          <p:cNvSpPr txBox="1"/>
          <p:nvPr>
            <p:ph idx="1" type="body"/>
          </p:nvPr>
        </p:nvSpPr>
        <p:spPr>
          <a:xfrm>
            <a:off x="2496200" y="4275729"/>
            <a:ext cx="4151400" cy="304500"/>
          </a:xfrm>
          <a:prstGeom prst="rect">
            <a:avLst/>
          </a:prstGeom>
          <a:noFill/>
          <a:ln>
            <a:noFill/>
          </a:ln>
        </p:spPr>
        <p:txBody>
          <a:bodyPr anchorCtr="0" anchor="t" bIns="91425" lIns="91425" spcFirstLastPara="1" rIns="91425" wrap="square" tIns="91425">
            <a:noAutofit/>
          </a:bodyPr>
          <a:lstStyle>
            <a:lvl1pPr indent="-292100" lvl="0" marL="457200" algn="ctr">
              <a:lnSpc>
                <a:spcPct val="115000"/>
              </a:lnSpc>
              <a:spcBef>
                <a:spcPts val="0"/>
              </a:spcBef>
              <a:spcAft>
                <a:spcPts val="0"/>
              </a:spcAft>
              <a:buClr>
                <a:schemeClr val="accent2"/>
              </a:buClr>
              <a:buSzPts val="1000"/>
              <a:buFont typeface="Montserrat SemiBold"/>
              <a:buChar char="●"/>
              <a:defRPr sz="1000">
                <a:solidFill>
                  <a:schemeClr val="accent2"/>
                </a:solidFill>
                <a:latin typeface="Montserrat SemiBold"/>
                <a:ea typeface="Montserrat SemiBold"/>
                <a:cs typeface="Montserrat SemiBold"/>
                <a:sym typeface="Montserrat SemiBold"/>
              </a:defRPr>
            </a:lvl1pPr>
            <a:lvl2pPr indent="-292100" lvl="1" marL="914400" algn="ctr">
              <a:lnSpc>
                <a:spcPct val="115000"/>
              </a:lnSpc>
              <a:spcBef>
                <a:spcPts val="0"/>
              </a:spcBef>
              <a:spcAft>
                <a:spcPts val="0"/>
              </a:spcAft>
              <a:buClr>
                <a:schemeClr val="accent2"/>
              </a:buClr>
              <a:buSzPts val="1000"/>
              <a:buFont typeface="Montserrat SemiBold"/>
              <a:buChar char="○"/>
              <a:defRPr sz="1000">
                <a:solidFill>
                  <a:schemeClr val="accent2"/>
                </a:solidFill>
                <a:latin typeface="Montserrat SemiBold"/>
                <a:ea typeface="Montserrat SemiBold"/>
                <a:cs typeface="Montserrat SemiBold"/>
                <a:sym typeface="Montserrat SemiBold"/>
              </a:defRPr>
            </a:lvl2pPr>
            <a:lvl3pPr indent="-292100" lvl="2" marL="1371600" algn="ctr">
              <a:lnSpc>
                <a:spcPct val="115000"/>
              </a:lnSpc>
              <a:spcBef>
                <a:spcPts val="0"/>
              </a:spcBef>
              <a:spcAft>
                <a:spcPts val="0"/>
              </a:spcAft>
              <a:buClr>
                <a:schemeClr val="accent2"/>
              </a:buClr>
              <a:buSzPts val="1000"/>
              <a:buFont typeface="Montserrat SemiBold"/>
              <a:buChar char="■"/>
              <a:defRPr sz="1000">
                <a:solidFill>
                  <a:schemeClr val="accent2"/>
                </a:solidFill>
                <a:latin typeface="Montserrat SemiBold"/>
                <a:ea typeface="Montserrat SemiBold"/>
                <a:cs typeface="Montserrat SemiBold"/>
                <a:sym typeface="Montserrat SemiBold"/>
              </a:defRPr>
            </a:lvl3pPr>
            <a:lvl4pPr indent="-292100" lvl="3" marL="1828800" algn="ctr">
              <a:lnSpc>
                <a:spcPct val="115000"/>
              </a:lnSpc>
              <a:spcBef>
                <a:spcPts val="0"/>
              </a:spcBef>
              <a:spcAft>
                <a:spcPts val="0"/>
              </a:spcAft>
              <a:buClr>
                <a:schemeClr val="accent2"/>
              </a:buClr>
              <a:buSzPts val="1000"/>
              <a:buFont typeface="Montserrat SemiBold"/>
              <a:buChar char="●"/>
              <a:defRPr sz="1000">
                <a:solidFill>
                  <a:schemeClr val="accent2"/>
                </a:solidFill>
                <a:latin typeface="Montserrat SemiBold"/>
                <a:ea typeface="Montserrat SemiBold"/>
                <a:cs typeface="Montserrat SemiBold"/>
                <a:sym typeface="Montserrat SemiBold"/>
              </a:defRPr>
            </a:lvl4pPr>
            <a:lvl5pPr indent="-292100" lvl="4" marL="2286000" algn="ctr">
              <a:lnSpc>
                <a:spcPct val="115000"/>
              </a:lnSpc>
              <a:spcBef>
                <a:spcPts val="0"/>
              </a:spcBef>
              <a:spcAft>
                <a:spcPts val="0"/>
              </a:spcAft>
              <a:buClr>
                <a:schemeClr val="accent2"/>
              </a:buClr>
              <a:buSzPts val="1000"/>
              <a:buFont typeface="Montserrat SemiBold"/>
              <a:buChar char="○"/>
              <a:defRPr sz="1000">
                <a:solidFill>
                  <a:schemeClr val="accent2"/>
                </a:solidFill>
                <a:latin typeface="Montserrat SemiBold"/>
                <a:ea typeface="Montserrat SemiBold"/>
                <a:cs typeface="Montserrat SemiBold"/>
                <a:sym typeface="Montserrat SemiBold"/>
              </a:defRPr>
            </a:lvl5pPr>
            <a:lvl6pPr indent="-292100" lvl="5" marL="2743200" algn="ctr">
              <a:lnSpc>
                <a:spcPct val="115000"/>
              </a:lnSpc>
              <a:spcBef>
                <a:spcPts val="0"/>
              </a:spcBef>
              <a:spcAft>
                <a:spcPts val="0"/>
              </a:spcAft>
              <a:buClr>
                <a:schemeClr val="accent2"/>
              </a:buClr>
              <a:buSzPts val="1000"/>
              <a:buFont typeface="Montserrat SemiBold"/>
              <a:buChar char="■"/>
              <a:defRPr sz="1000">
                <a:solidFill>
                  <a:schemeClr val="accent2"/>
                </a:solidFill>
                <a:latin typeface="Montserrat SemiBold"/>
                <a:ea typeface="Montserrat SemiBold"/>
                <a:cs typeface="Montserrat SemiBold"/>
                <a:sym typeface="Montserrat SemiBold"/>
              </a:defRPr>
            </a:lvl6pPr>
            <a:lvl7pPr indent="-292100" lvl="6" marL="3200400" algn="ctr">
              <a:lnSpc>
                <a:spcPct val="115000"/>
              </a:lnSpc>
              <a:spcBef>
                <a:spcPts val="0"/>
              </a:spcBef>
              <a:spcAft>
                <a:spcPts val="0"/>
              </a:spcAft>
              <a:buClr>
                <a:schemeClr val="accent2"/>
              </a:buClr>
              <a:buSzPts val="1000"/>
              <a:buFont typeface="Montserrat SemiBold"/>
              <a:buChar char="●"/>
              <a:defRPr sz="1000">
                <a:solidFill>
                  <a:schemeClr val="accent2"/>
                </a:solidFill>
                <a:latin typeface="Montserrat SemiBold"/>
                <a:ea typeface="Montserrat SemiBold"/>
                <a:cs typeface="Montserrat SemiBold"/>
                <a:sym typeface="Montserrat SemiBold"/>
              </a:defRPr>
            </a:lvl7pPr>
            <a:lvl8pPr indent="-292100" lvl="7" marL="3657600" algn="ctr">
              <a:lnSpc>
                <a:spcPct val="115000"/>
              </a:lnSpc>
              <a:spcBef>
                <a:spcPts val="0"/>
              </a:spcBef>
              <a:spcAft>
                <a:spcPts val="0"/>
              </a:spcAft>
              <a:buClr>
                <a:schemeClr val="accent2"/>
              </a:buClr>
              <a:buSzPts val="1000"/>
              <a:buFont typeface="Montserrat SemiBold"/>
              <a:buChar char="○"/>
              <a:defRPr sz="1000">
                <a:solidFill>
                  <a:schemeClr val="accent2"/>
                </a:solidFill>
                <a:latin typeface="Montserrat SemiBold"/>
                <a:ea typeface="Montserrat SemiBold"/>
                <a:cs typeface="Montserrat SemiBold"/>
                <a:sym typeface="Montserrat SemiBold"/>
              </a:defRPr>
            </a:lvl8pPr>
            <a:lvl9pPr indent="-292100" lvl="8" marL="4114800" algn="ctr">
              <a:lnSpc>
                <a:spcPct val="115000"/>
              </a:lnSpc>
              <a:spcBef>
                <a:spcPts val="0"/>
              </a:spcBef>
              <a:spcAft>
                <a:spcPts val="0"/>
              </a:spcAft>
              <a:buClr>
                <a:schemeClr val="accent2"/>
              </a:buClr>
              <a:buSzPts val="1000"/>
              <a:buFont typeface="Montserrat SemiBold"/>
              <a:buChar char="■"/>
              <a:defRPr sz="1000">
                <a:solidFill>
                  <a:schemeClr val="accent2"/>
                </a:solidFill>
                <a:latin typeface="Montserrat SemiBold"/>
                <a:ea typeface="Montserrat SemiBold"/>
                <a:cs typeface="Montserrat SemiBold"/>
                <a:sym typeface="Montserrat SemiBold"/>
              </a:defRPr>
            </a:lvl9pPr>
          </a:lstStyle>
          <a:p/>
        </p:txBody>
      </p:sp>
      <p:sp>
        <p:nvSpPr>
          <p:cNvPr id="13" name="Google Shape;13;p16"/>
          <p:cNvSpPr txBox="1"/>
          <p:nvPr>
            <p:ph idx="2" type="subTitle"/>
          </p:nvPr>
        </p:nvSpPr>
        <p:spPr>
          <a:xfrm>
            <a:off x="2496200" y="2791614"/>
            <a:ext cx="4151400" cy="7008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1800"/>
              <a:buNone/>
              <a:defRPr sz="1500">
                <a:solidFill>
                  <a:schemeClr val="accent2"/>
                </a:solidFill>
              </a:defRPr>
            </a:lvl1pPr>
            <a:lvl2pPr lvl="1" algn="l">
              <a:lnSpc>
                <a:spcPct val="115000"/>
              </a:lnSpc>
              <a:spcBef>
                <a:spcPts val="1600"/>
              </a:spcBef>
              <a:spcAft>
                <a:spcPts val="0"/>
              </a:spcAft>
              <a:buSzPts val="1400"/>
              <a:buNone/>
              <a:defRPr>
                <a:solidFill>
                  <a:schemeClr val="accent2"/>
                </a:solidFill>
              </a:defRPr>
            </a:lvl2pPr>
            <a:lvl3pPr lvl="2" algn="l">
              <a:lnSpc>
                <a:spcPct val="115000"/>
              </a:lnSpc>
              <a:spcBef>
                <a:spcPts val="1600"/>
              </a:spcBef>
              <a:spcAft>
                <a:spcPts val="0"/>
              </a:spcAft>
              <a:buSzPts val="1400"/>
              <a:buNone/>
              <a:defRPr>
                <a:solidFill>
                  <a:schemeClr val="accent2"/>
                </a:solidFill>
              </a:defRPr>
            </a:lvl3pPr>
            <a:lvl4pPr lvl="3" algn="l">
              <a:lnSpc>
                <a:spcPct val="115000"/>
              </a:lnSpc>
              <a:spcBef>
                <a:spcPts val="1600"/>
              </a:spcBef>
              <a:spcAft>
                <a:spcPts val="0"/>
              </a:spcAft>
              <a:buSzPts val="1400"/>
              <a:buNone/>
              <a:defRPr>
                <a:solidFill>
                  <a:schemeClr val="accent2"/>
                </a:solidFill>
              </a:defRPr>
            </a:lvl4pPr>
            <a:lvl5pPr lvl="4" algn="l">
              <a:lnSpc>
                <a:spcPct val="115000"/>
              </a:lnSpc>
              <a:spcBef>
                <a:spcPts val="1600"/>
              </a:spcBef>
              <a:spcAft>
                <a:spcPts val="0"/>
              </a:spcAft>
              <a:buSzPts val="1400"/>
              <a:buNone/>
              <a:defRPr>
                <a:solidFill>
                  <a:schemeClr val="accent2"/>
                </a:solidFill>
              </a:defRPr>
            </a:lvl5pPr>
            <a:lvl6pPr lvl="5" algn="l">
              <a:lnSpc>
                <a:spcPct val="115000"/>
              </a:lnSpc>
              <a:spcBef>
                <a:spcPts val="1600"/>
              </a:spcBef>
              <a:spcAft>
                <a:spcPts val="0"/>
              </a:spcAft>
              <a:buSzPts val="1400"/>
              <a:buNone/>
              <a:defRPr>
                <a:solidFill>
                  <a:schemeClr val="accent2"/>
                </a:solidFill>
              </a:defRPr>
            </a:lvl6pPr>
            <a:lvl7pPr lvl="6" algn="l">
              <a:lnSpc>
                <a:spcPct val="115000"/>
              </a:lnSpc>
              <a:spcBef>
                <a:spcPts val="1600"/>
              </a:spcBef>
              <a:spcAft>
                <a:spcPts val="0"/>
              </a:spcAft>
              <a:buSzPts val="1400"/>
              <a:buNone/>
              <a:defRPr>
                <a:solidFill>
                  <a:schemeClr val="accent2"/>
                </a:solidFill>
              </a:defRPr>
            </a:lvl7pPr>
            <a:lvl8pPr lvl="7" algn="l">
              <a:lnSpc>
                <a:spcPct val="115000"/>
              </a:lnSpc>
              <a:spcBef>
                <a:spcPts val="1600"/>
              </a:spcBef>
              <a:spcAft>
                <a:spcPts val="0"/>
              </a:spcAft>
              <a:buSzPts val="1400"/>
              <a:buNone/>
              <a:defRPr>
                <a:solidFill>
                  <a:schemeClr val="accent2"/>
                </a:solidFill>
              </a:defRPr>
            </a:lvl8pPr>
            <a:lvl9pPr lvl="8" algn="l">
              <a:lnSpc>
                <a:spcPct val="115000"/>
              </a:lnSpc>
              <a:spcBef>
                <a:spcPts val="1600"/>
              </a:spcBef>
              <a:spcAft>
                <a:spcPts val="1600"/>
              </a:spcAft>
              <a:buSzPts val="1400"/>
              <a:buNone/>
              <a:defRPr>
                <a:solidFill>
                  <a:schemeClr val="accent2"/>
                </a:solidFil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lt2"/>
        </a:solidFill>
      </p:bgPr>
    </p:bg>
    <p:spTree>
      <p:nvGrpSpPr>
        <p:cNvPr id="14" name="Shape 14"/>
        <p:cNvGrpSpPr/>
        <p:nvPr/>
      </p:nvGrpSpPr>
      <p:grpSpPr>
        <a:xfrm>
          <a:off x="0" y="0"/>
          <a:ext cx="0" cy="0"/>
          <a:chOff x="0" y="0"/>
          <a:chExt cx="0" cy="0"/>
        </a:xfrm>
      </p:grpSpPr>
      <p:pic>
        <p:nvPicPr>
          <p:cNvPr id="15" name="Google Shape;15;p17"/>
          <p:cNvPicPr preferRelativeResize="0"/>
          <p:nvPr/>
        </p:nvPicPr>
        <p:blipFill rotWithShape="1">
          <a:blip r:embed="rId2">
            <a:alphaModFix/>
          </a:blip>
          <a:srcRect b="0" l="0" r="0" t="0"/>
          <a:stretch/>
        </p:blipFill>
        <p:spPr>
          <a:xfrm>
            <a:off x="0" y="0"/>
            <a:ext cx="9144003" cy="5143501"/>
          </a:xfrm>
          <a:prstGeom prst="rect">
            <a:avLst/>
          </a:prstGeom>
          <a:noFill/>
          <a:ln>
            <a:noFill/>
          </a:ln>
        </p:spPr>
      </p:pic>
      <p:sp>
        <p:nvSpPr>
          <p:cNvPr id="16" name="Google Shape;16;p17"/>
          <p:cNvSpPr txBox="1"/>
          <p:nvPr>
            <p:ph type="title"/>
          </p:nvPr>
        </p:nvSpPr>
        <p:spPr>
          <a:xfrm>
            <a:off x="1506000" y="1385509"/>
            <a:ext cx="6131700" cy="1638600"/>
          </a:xfrm>
          <a:prstGeom prst="rect">
            <a:avLst/>
          </a:prstGeom>
          <a:noFill/>
          <a:ln>
            <a:noFill/>
          </a:ln>
        </p:spPr>
        <p:txBody>
          <a:bodyPr anchorCtr="0" anchor="b" bIns="91425" lIns="91425" spcFirstLastPara="1" rIns="91425" wrap="square" tIns="91425">
            <a:noAutofit/>
          </a:bodyPr>
          <a:lstStyle>
            <a:lvl1pPr lvl="0" algn="ctr">
              <a:lnSpc>
                <a:spcPct val="80000"/>
              </a:lnSpc>
              <a:spcBef>
                <a:spcPts val="0"/>
              </a:spcBef>
              <a:spcAft>
                <a:spcPts val="0"/>
              </a:spcAft>
              <a:buSzPts val="3600"/>
              <a:buNone/>
              <a:defRPr sz="6000"/>
            </a:lvl1pPr>
            <a:lvl2pPr lvl="1" algn="l">
              <a:lnSpc>
                <a:spcPct val="100000"/>
              </a:lnSpc>
              <a:spcBef>
                <a:spcPts val="0"/>
              </a:spcBef>
              <a:spcAft>
                <a:spcPts val="0"/>
              </a:spcAft>
              <a:buSzPts val="2800"/>
              <a:buNone/>
              <a:defRPr>
                <a:latin typeface="Montserrat"/>
                <a:ea typeface="Montserrat"/>
                <a:cs typeface="Montserrat"/>
                <a:sym typeface="Montserrat"/>
              </a:defRPr>
            </a:lvl2pPr>
            <a:lvl3pPr lvl="2" algn="l">
              <a:lnSpc>
                <a:spcPct val="100000"/>
              </a:lnSpc>
              <a:spcBef>
                <a:spcPts val="0"/>
              </a:spcBef>
              <a:spcAft>
                <a:spcPts val="0"/>
              </a:spcAft>
              <a:buSzPts val="2800"/>
              <a:buNone/>
              <a:defRPr>
                <a:latin typeface="Montserrat"/>
                <a:ea typeface="Montserrat"/>
                <a:cs typeface="Montserrat"/>
                <a:sym typeface="Montserrat"/>
              </a:defRPr>
            </a:lvl3pPr>
            <a:lvl4pPr lvl="3" algn="l">
              <a:lnSpc>
                <a:spcPct val="100000"/>
              </a:lnSpc>
              <a:spcBef>
                <a:spcPts val="0"/>
              </a:spcBef>
              <a:spcAft>
                <a:spcPts val="0"/>
              </a:spcAft>
              <a:buSzPts val="2800"/>
              <a:buNone/>
              <a:defRPr>
                <a:latin typeface="Montserrat"/>
                <a:ea typeface="Montserrat"/>
                <a:cs typeface="Montserrat"/>
                <a:sym typeface="Montserrat"/>
              </a:defRPr>
            </a:lvl4pPr>
            <a:lvl5pPr lvl="4" algn="l">
              <a:lnSpc>
                <a:spcPct val="100000"/>
              </a:lnSpc>
              <a:spcBef>
                <a:spcPts val="0"/>
              </a:spcBef>
              <a:spcAft>
                <a:spcPts val="0"/>
              </a:spcAft>
              <a:buSzPts val="2800"/>
              <a:buNone/>
              <a:defRPr>
                <a:latin typeface="Montserrat"/>
                <a:ea typeface="Montserrat"/>
                <a:cs typeface="Montserrat"/>
                <a:sym typeface="Montserrat"/>
              </a:defRPr>
            </a:lvl5pPr>
            <a:lvl6pPr lvl="5" algn="l">
              <a:lnSpc>
                <a:spcPct val="100000"/>
              </a:lnSpc>
              <a:spcBef>
                <a:spcPts val="0"/>
              </a:spcBef>
              <a:spcAft>
                <a:spcPts val="0"/>
              </a:spcAft>
              <a:buSzPts val="2800"/>
              <a:buNone/>
              <a:defRPr>
                <a:latin typeface="Montserrat"/>
                <a:ea typeface="Montserrat"/>
                <a:cs typeface="Montserrat"/>
                <a:sym typeface="Montserrat"/>
              </a:defRPr>
            </a:lvl6pPr>
            <a:lvl7pPr lvl="6" algn="l">
              <a:lnSpc>
                <a:spcPct val="100000"/>
              </a:lnSpc>
              <a:spcBef>
                <a:spcPts val="0"/>
              </a:spcBef>
              <a:spcAft>
                <a:spcPts val="0"/>
              </a:spcAft>
              <a:buSzPts val="2800"/>
              <a:buNone/>
              <a:defRPr>
                <a:latin typeface="Montserrat"/>
                <a:ea typeface="Montserrat"/>
                <a:cs typeface="Montserrat"/>
                <a:sym typeface="Montserrat"/>
              </a:defRPr>
            </a:lvl7pPr>
            <a:lvl8pPr lvl="7" algn="l">
              <a:lnSpc>
                <a:spcPct val="100000"/>
              </a:lnSpc>
              <a:spcBef>
                <a:spcPts val="0"/>
              </a:spcBef>
              <a:spcAft>
                <a:spcPts val="0"/>
              </a:spcAft>
              <a:buSzPts val="2800"/>
              <a:buNone/>
              <a:defRPr>
                <a:latin typeface="Montserrat"/>
                <a:ea typeface="Montserrat"/>
                <a:cs typeface="Montserrat"/>
                <a:sym typeface="Montserrat"/>
              </a:defRPr>
            </a:lvl8pPr>
            <a:lvl9pPr lvl="8" algn="l">
              <a:lnSpc>
                <a:spcPct val="100000"/>
              </a:lnSpc>
              <a:spcBef>
                <a:spcPts val="0"/>
              </a:spcBef>
              <a:spcAft>
                <a:spcPts val="0"/>
              </a:spcAft>
              <a:buSzPts val="2800"/>
              <a:buNone/>
              <a:defRPr>
                <a:latin typeface="Montserrat"/>
                <a:ea typeface="Montserrat"/>
                <a:cs typeface="Montserrat"/>
                <a:sym typeface="Montserrat"/>
              </a:defRPr>
            </a:lvl9pPr>
          </a:lstStyle>
          <a:p/>
        </p:txBody>
      </p:sp>
      <p:sp>
        <p:nvSpPr>
          <p:cNvPr id="17" name="Google Shape;17;p17"/>
          <p:cNvSpPr txBox="1"/>
          <p:nvPr>
            <p:ph idx="1" type="subTitle"/>
          </p:nvPr>
        </p:nvSpPr>
        <p:spPr>
          <a:xfrm>
            <a:off x="2462575" y="2959018"/>
            <a:ext cx="4218600" cy="7341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1800"/>
              <a:buNone/>
              <a:defRPr>
                <a:solidFill>
                  <a:schemeClr val="dk1"/>
                </a:solidFill>
              </a:defRPr>
            </a:lvl1pPr>
            <a:lvl2pPr lvl="1" algn="l">
              <a:lnSpc>
                <a:spcPct val="115000"/>
              </a:lnSpc>
              <a:spcBef>
                <a:spcPts val="1600"/>
              </a:spcBef>
              <a:spcAft>
                <a:spcPts val="0"/>
              </a:spcAft>
              <a:buSzPts val="1400"/>
              <a:buNone/>
              <a:defRPr/>
            </a:lvl2pPr>
            <a:lvl3pPr lvl="2" algn="l">
              <a:lnSpc>
                <a:spcPct val="115000"/>
              </a:lnSpc>
              <a:spcBef>
                <a:spcPts val="1600"/>
              </a:spcBef>
              <a:spcAft>
                <a:spcPts val="0"/>
              </a:spcAft>
              <a:buSzPts val="1400"/>
              <a:buNone/>
              <a:defRPr/>
            </a:lvl3pPr>
            <a:lvl4pPr lvl="3" algn="l">
              <a:lnSpc>
                <a:spcPct val="115000"/>
              </a:lnSpc>
              <a:spcBef>
                <a:spcPts val="1600"/>
              </a:spcBef>
              <a:spcAft>
                <a:spcPts val="0"/>
              </a:spcAft>
              <a:buSzPts val="1400"/>
              <a:buNone/>
              <a:defRPr/>
            </a:lvl4pPr>
            <a:lvl5pPr lvl="4" algn="l">
              <a:lnSpc>
                <a:spcPct val="115000"/>
              </a:lnSpc>
              <a:spcBef>
                <a:spcPts val="1600"/>
              </a:spcBef>
              <a:spcAft>
                <a:spcPts val="0"/>
              </a:spcAft>
              <a:buSzPts val="14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8" name="Shape 18"/>
        <p:cNvGrpSpPr/>
        <p:nvPr/>
      </p:nvGrpSpPr>
      <p:grpSpPr>
        <a:xfrm>
          <a:off x="0" y="0"/>
          <a:ext cx="0" cy="0"/>
          <a:chOff x="0" y="0"/>
          <a:chExt cx="0" cy="0"/>
        </a:xfrm>
      </p:grpSpPr>
      <p:sp>
        <p:nvSpPr>
          <p:cNvPr id="19" name="Google Shape;19;p18"/>
          <p:cNvSpPr txBox="1"/>
          <p:nvPr>
            <p:ph type="title"/>
          </p:nvPr>
        </p:nvSpPr>
        <p:spPr>
          <a:xfrm>
            <a:off x="311700" y="587970"/>
            <a:ext cx="4945500" cy="1137300"/>
          </a:xfrm>
          <a:prstGeom prst="rect">
            <a:avLst/>
          </a:prstGeom>
          <a:noFill/>
          <a:ln>
            <a:noFill/>
          </a:ln>
        </p:spPr>
        <p:txBody>
          <a:bodyPr anchorCtr="0" anchor="t" bIns="91425" lIns="91425" spcFirstLastPara="1" rIns="91425" wrap="square" tIns="91425">
            <a:noAutofit/>
          </a:bodyPr>
          <a:lstStyle>
            <a:lvl1pPr lvl="0" algn="l">
              <a:lnSpc>
                <a:spcPct val="80000"/>
              </a:lnSpc>
              <a:spcBef>
                <a:spcPts val="0"/>
              </a:spcBef>
              <a:spcAft>
                <a:spcPts val="0"/>
              </a:spcAft>
              <a:buClr>
                <a:srgbClr val="57068C"/>
              </a:buClr>
              <a:buSzPts val="4800"/>
              <a:buNone/>
              <a:defRPr sz="4800">
                <a:solidFill>
                  <a:srgbClr val="57068C"/>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0" name="Google Shape;20;p18"/>
          <p:cNvSpPr txBox="1"/>
          <p:nvPr>
            <p:ph idx="1" type="body"/>
          </p:nvPr>
        </p:nvSpPr>
        <p:spPr>
          <a:xfrm>
            <a:off x="311700" y="2467949"/>
            <a:ext cx="3999900" cy="1807800"/>
          </a:xfrm>
          <a:prstGeom prst="rect">
            <a:avLst/>
          </a:prstGeom>
          <a:noFill/>
          <a:ln>
            <a:noFill/>
          </a:ln>
        </p:spPr>
        <p:txBody>
          <a:bodyPr anchorCtr="0" anchor="t" bIns="91425" lIns="91425" spcFirstLastPara="1" rIns="91425" wrap="square" tIns="91425">
            <a:noAutofit/>
          </a:bodyPr>
          <a:lstStyle>
            <a:lvl1pPr indent="-304800" lvl="0" marL="457200" algn="l">
              <a:lnSpc>
                <a:spcPct val="125000"/>
              </a:lnSpc>
              <a:spcBef>
                <a:spcPts val="0"/>
              </a:spcBef>
              <a:spcAft>
                <a:spcPts val="0"/>
              </a:spcAft>
              <a:buSzPts val="1200"/>
              <a:buChar char="●"/>
              <a:defRPr sz="1200"/>
            </a:lvl1pPr>
            <a:lvl2pPr indent="-304800" lvl="1" marL="914400" algn="l">
              <a:lnSpc>
                <a:spcPct val="125000"/>
              </a:lnSpc>
              <a:spcBef>
                <a:spcPts val="800"/>
              </a:spcBef>
              <a:spcAft>
                <a:spcPts val="0"/>
              </a:spcAft>
              <a:buSzPts val="1200"/>
              <a:buChar char="○"/>
              <a:defRPr sz="1200"/>
            </a:lvl2pPr>
            <a:lvl3pPr indent="-304800" lvl="2" marL="1371600" algn="l">
              <a:lnSpc>
                <a:spcPct val="125000"/>
              </a:lnSpc>
              <a:spcBef>
                <a:spcPts val="800"/>
              </a:spcBef>
              <a:spcAft>
                <a:spcPts val="0"/>
              </a:spcAft>
              <a:buSzPts val="1200"/>
              <a:buChar char="■"/>
              <a:defRPr sz="1200"/>
            </a:lvl3pPr>
            <a:lvl4pPr indent="-304800" lvl="3" marL="1828800" algn="l">
              <a:lnSpc>
                <a:spcPct val="125000"/>
              </a:lnSpc>
              <a:spcBef>
                <a:spcPts val="800"/>
              </a:spcBef>
              <a:spcAft>
                <a:spcPts val="0"/>
              </a:spcAft>
              <a:buSzPts val="1200"/>
              <a:buChar char="●"/>
              <a:defRPr sz="1200"/>
            </a:lvl4pPr>
            <a:lvl5pPr indent="-304800" lvl="4" marL="2286000" algn="l">
              <a:lnSpc>
                <a:spcPct val="125000"/>
              </a:lnSpc>
              <a:spcBef>
                <a:spcPts val="800"/>
              </a:spcBef>
              <a:spcAft>
                <a:spcPts val="0"/>
              </a:spcAft>
              <a:buSzPts val="1200"/>
              <a:buChar char="○"/>
              <a:defRPr sz="1200"/>
            </a:lvl5pPr>
            <a:lvl6pPr indent="-304800" lvl="5" marL="2743200" algn="l">
              <a:lnSpc>
                <a:spcPct val="125000"/>
              </a:lnSpc>
              <a:spcBef>
                <a:spcPts val="800"/>
              </a:spcBef>
              <a:spcAft>
                <a:spcPts val="0"/>
              </a:spcAft>
              <a:buSzPts val="1200"/>
              <a:buChar char="■"/>
              <a:defRPr sz="1200"/>
            </a:lvl6pPr>
            <a:lvl7pPr indent="-304800" lvl="6" marL="3200400" algn="l">
              <a:lnSpc>
                <a:spcPct val="125000"/>
              </a:lnSpc>
              <a:spcBef>
                <a:spcPts val="800"/>
              </a:spcBef>
              <a:spcAft>
                <a:spcPts val="0"/>
              </a:spcAft>
              <a:buSzPts val="1200"/>
              <a:buChar char="●"/>
              <a:defRPr sz="1200"/>
            </a:lvl7pPr>
            <a:lvl8pPr indent="-304800" lvl="7" marL="3657600" algn="l">
              <a:lnSpc>
                <a:spcPct val="125000"/>
              </a:lnSpc>
              <a:spcBef>
                <a:spcPts val="800"/>
              </a:spcBef>
              <a:spcAft>
                <a:spcPts val="0"/>
              </a:spcAft>
              <a:buSzPts val="1200"/>
              <a:buChar char="○"/>
              <a:defRPr sz="1200"/>
            </a:lvl8pPr>
            <a:lvl9pPr indent="-304800" lvl="8" marL="4114800" algn="l">
              <a:lnSpc>
                <a:spcPct val="125000"/>
              </a:lnSpc>
              <a:spcBef>
                <a:spcPts val="800"/>
              </a:spcBef>
              <a:spcAft>
                <a:spcPts val="800"/>
              </a:spcAft>
              <a:buSzPts val="1200"/>
              <a:buChar char="■"/>
              <a:defRPr sz="1200"/>
            </a:lvl9pPr>
          </a:lstStyle>
          <a:p/>
        </p:txBody>
      </p:sp>
      <p:sp>
        <p:nvSpPr>
          <p:cNvPr id="21" name="Google Shape;21;p18"/>
          <p:cNvSpPr txBox="1"/>
          <p:nvPr>
            <p:ph idx="2" type="body"/>
          </p:nvPr>
        </p:nvSpPr>
        <p:spPr>
          <a:xfrm>
            <a:off x="4619925" y="2467949"/>
            <a:ext cx="3999900" cy="1807800"/>
          </a:xfrm>
          <a:prstGeom prst="rect">
            <a:avLst/>
          </a:prstGeom>
          <a:noFill/>
          <a:ln>
            <a:noFill/>
          </a:ln>
        </p:spPr>
        <p:txBody>
          <a:bodyPr anchorCtr="0" anchor="t" bIns="91425" lIns="91425" spcFirstLastPara="1" rIns="91425" wrap="square" tIns="91425">
            <a:noAutofit/>
          </a:bodyPr>
          <a:lstStyle>
            <a:lvl1pPr indent="-304800" lvl="0" marL="457200" algn="l">
              <a:lnSpc>
                <a:spcPct val="125000"/>
              </a:lnSpc>
              <a:spcBef>
                <a:spcPts val="0"/>
              </a:spcBef>
              <a:spcAft>
                <a:spcPts val="0"/>
              </a:spcAft>
              <a:buSzPts val="1200"/>
              <a:buChar char="●"/>
              <a:defRPr sz="1200"/>
            </a:lvl1pPr>
            <a:lvl2pPr indent="-304800" lvl="1" marL="914400" algn="l">
              <a:lnSpc>
                <a:spcPct val="125000"/>
              </a:lnSpc>
              <a:spcBef>
                <a:spcPts val="800"/>
              </a:spcBef>
              <a:spcAft>
                <a:spcPts val="0"/>
              </a:spcAft>
              <a:buSzPts val="1200"/>
              <a:buChar char="○"/>
              <a:defRPr sz="1200"/>
            </a:lvl2pPr>
            <a:lvl3pPr indent="-304800" lvl="2" marL="1371600" algn="l">
              <a:lnSpc>
                <a:spcPct val="125000"/>
              </a:lnSpc>
              <a:spcBef>
                <a:spcPts val="800"/>
              </a:spcBef>
              <a:spcAft>
                <a:spcPts val="0"/>
              </a:spcAft>
              <a:buSzPts val="1200"/>
              <a:buChar char="■"/>
              <a:defRPr sz="1200"/>
            </a:lvl3pPr>
            <a:lvl4pPr indent="-304800" lvl="3" marL="1828800" algn="l">
              <a:lnSpc>
                <a:spcPct val="125000"/>
              </a:lnSpc>
              <a:spcBef>
                <a:spcPts val="800"/>
              </a:spcBef>
              <a:spcAft>
                <a:spcPts val="0"/>
              </a:spcAft>
              <a:buSzPts val="1200"/>
              <a:buChar char="●"/>
              <a:defRPr sz="1200"/>
            </a:lvl4pPr>
            <a:lvl5pPr indent="-304800" lvl="4" marL="2286000" algn="l">
              <a:lnSpc>
                <a:spcPct val="125000"/>
              </a:lnSpc>
              <a:spcBef>
                <a:spcPts val="800"/>
              </a:spcBef>
              <a:spcAft>
                <a:spcPts val="0"/>
              </a:spcAft>
              <a:buSzPts val="1200"/>
              <a:buChar char="○"/>
              <a:defRPr sz="1200"/>
            </a:lvl5pPr>
            <a:lvl6pPr indent="-304800" lvl="5" marL="2743200" algn="l">
              <a:lnSpc>
                <a:spcPct val="125000"/>
              </a:lnSpc>
              <a:spcBef>
                <a:spcPts val="800"/>
              </a:spcBef>
              <a:spcAft>
                <a:spcPts val="0"/>
              </a:spcAft>
              <a:buSzPts val="1200"/>
              <a:buChar char="■"/>
              <a:defRPr sz="1200"/>
            </a:lvl6pPr>
            <a:lvl7pPr indent="-304800" lvl="6" marL="3200400" algn="l">
              <a:lnSpc>
                <a:spcPct val="125000"/>
              </a:lnSpc>
              <a:spcBef>
                <a:spcPts val="800"/>
              </a:spcBef>
              <a:spcAft>
                <a:spcPts val="0"/>
              </a:spcAft>
              <a:buSzPts val="1200"/>
              <a:buChar char="●"/>
              <a:defRPr sz="1200"/>
            </a:lvl7pPr>
            <a:lvl8pPr indent="-304800" lvl="7" marL="3657600" algn="l">
              <a:lnSpc>
                <a:spcPct val="125000"/>
              </a:lnSpc>
              <a:spcBef>
                <a:spcPts val="800"/>
              </a:spcBef>
              <a:spcAft>
                <a:spcPts val="0"/>
              </a:spcAft>
              <a:buSzPts val="1200"/>
              <a:buChar char="○"/>
              <a:defRPr sz="1200"/>
            </a:lvl8pPr>
            <a:lvl9pPr indent="-304800" lvl="8" marL="4114800" algn="l">
              <a:lnSpc>
                <a:spcPct val="125000"/>
              </a:lnSpc>
              <a:spcBef>
                <a:spcPts val="800"/>
              </a:spcBef>
              <a:spcAft>
                <a:spcPts val="800"/>
              </a:spcAft>
              <a:buSzPts val="1200"/>
              <a:buChar char="■"/>
              <a:defRPr sz="1200"/>
            </a:lvl9pPr>
          </a:lstStyle>
          <a:p/>
        </p:txBody>
      </p:sp>
      <p:pic>
        <p:nvPicPr>
          <p:cNvPr descr=" " id="22" name="Google Shape;22;p18"/>
          <p:cNvPicPr preferRelativeResize="0"/>
          <p:nvPr/>
        </p:nvPicPr>
        <p:blipFill rotWithShape="1">
          <a:blip r:embed="rId2">
            <a:alphaModFix/>
          </a:blip>
          <a:srcRect b="0" l="0" r="0" t="0"/>
          <a:stretch/>
        </p:blipFill>
        <p:spPr>
          <a:xfrm>
            <a:off x="407175" y="4539121"/>
            <a:ext cx="776077" cy="263400"/>
          </a:xfrm>
          <a:prstGeom prst="rect">
            <a:avLst/>
          </a:prstGeom>
          <a:noFill/>
          <a:ln>
            <a:noFill/>
          </a:ln>
        </p:spPr>
      </p:pic>
      <p:sp>
        <p:nvSpPr>
          <p:cNvPr id="23" name="Google Shape;23;p18"/>
          <p:cNvSpPr txBox="1"/>
          <p:nvPr/>
        </p:nvSpPr>
        <p:spPr>
          <a:xfrm>
            <a:off x="4619925" y="4517225"/>
            <a:ext cx="4192800" cy="3072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700"/>
              <a:buFont typeface="Arial"/>
              <a:buNone/>
            </a:pPr>
            <a:fld id="{00000000-1234-1234-1234-123412341234}" type="slidenum">
              <a:rPr b="1" i="0" lang="en" sz="700" u="none" cap="none" strike="noStrike">
                <a:solidFill>
                  <a:schemeClr val="accent2"/>
                </a:solidFill>
                <a:latin typeface="Montserrat"/>
                <a:ea typeface="Montserrat"/>
                <a:cs typeface="Montserrat"/>
                <a:sym typeface="Montserrat"/>
              </a:rPr>
              <a:t>‹#›</a:t>
            </a:fld>
            <a:endParaRPr b="1" i="0" sz="700" u="none" cap="none" strike="noStrike">
              <a:solidFill>
                <a:schemeClr val="accent2"/>
              </a:solidFill>
              <a:latin typeface="Montserrat"/>
              <a:ea typeface="Montserrat"/>
              <a:cs typeface="Montserrat"/>
              <a:sym typeface="Montserrat"/>
            </a:endParaRPr>
          </a:p>
        </p:txBody>
      </p:sp>
      <p:sp>
        <p:nvSpPr>
          <p:cNvPr id="24" name="Google Shape;24;p18"/>
          <p:cNvSpPr txBox="1"/>
          <p:nvPr>
            <p:ph idx="3" type="subTitle"/>
          </p:nvPr>
        </p:nvSpPr>
        <p:spPr>
          <a:xfrm>
            <a:off x="311700" y="2054620"/>
            <a:ext cx="3999900" cy="4116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800"/>
              <a:buNone/>
              <a:defRPr b="1" sz="1400">
                <a:solidFill>
                  <a:schemeClr val="dk1"/>
                </a:solidFill>
              </a:defRPr>
            </a:lvl1pPr>
            <a:lvl2pPr lvl="1" algn="l">
              <a:lnSpc>
                <a:spcPct val="115000"/>
              </a:lnSpc>
              <a:spcBef>
                <a:spcPts val="1600"/>
              </a:spcBef>
              <a:spcAft>
                <a:spcPts val="0"/>
              </a:spcAft>
              <a:buSzPts val="1400"/>
              <a:buNone/>
              <a:defRPr/>
            </a:lvl2pPr>
            <a:lvl3pPr lvl="2" algn="l">
              <a:lnSpc>
                <a:spcPct val="115000"/>
              </a:lnSpc>
              <a:spcBef>
                <a:spcPts val="1600"/>
              </a:spcBef>
              <a:spcAft>
                <a:spcPts val="0"/>
              </a:spcAft>
              <a:buSzPts val="1400"/>
              <a:buNone/>
              <a:defRPr/>
            </a:lvl3pPr>
            <a:lvl4pPr lvl="3" algn="l">
              <a:lnSpc>
                <a:spcPct val="115000"/>
              </a:lnSpc>
              <a:spcBef>
                <a:spcPts val="1600"/>
              </a:spcBef>
              <a:spcAft>
                <a:spcPts val="0"/>
              </a:spcAft>
              <a:buSzPts val="1400"/>
              <a:buNone/>
              <a:defRPr/>
            </a:lvl4pPr>
            <a:lvl5pPr lvl="4" algn="l">
              <a:lnSpc>
                <a:spcPct val="115000"/>
              </a:lnSpc>
              <a:spcBef>
                <a:spcPts val="1600"/>
              </a:spcBef>
              <a:spcAft>
                <a:spcPts val="0"/>
              </a:spcAft>
              <a:buSzPts val="14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
        <p:nvSpPr>
          <p:cNvPr id="25" name="Google Shape;25;p18"/>
          <p:cNvSpPr txBox="1"/>
          <p:nvPr>
            <p:ph idx="4" type="subTitle"/>
          </p:nvPr>
        </p:nvSpPr>
        <p:spPr>
          <a:xfrm>
            <a:off x="4619925" y="2054620"/>
            <a:ext cx="3999900" cy="4116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800"/>
              <a:buNone/>
              <a:defRPr b="1" sz="1400">
                <a:solidFill>
                  <a:schemeClr val="dk1"/>
                </a:solidFill>
              </a:defRPr>
            </a:lvl1pPr>
            <a:lvl2pPr lvl="1" algn="l">
              <a:lnSpc>
                <a:spcPct val="115000"/>
              </a:lnSpc>
              <a:spcBef>
                <a:spcPts val="1600"/>
              </a:spcBef>
              <a:spcAft>
                <a:spcPts val="0"/>
              </a:spcAft>
              <a:buSzPts val="1400"/>
              <a:buNone/>
              <a:defRPr/>
            </a:lvl2pPr>
            <a:lvl3pPr lvl="2" algn="l">
              <a:lnSpc>
                <a:spcPct val="115000"/>
              </a:lnSpc>
              <a:spcBef>
                <a:spcPts val="1600"/>
              </a:spcBef>
              <a:spcAft>
                <a:spcPts val="0"/>
              </a:spcAft>
              <a:buSzPts val="1400"/>
              <a:buNone/>
              <a:defRPr/>
            </a:lvl3pPr>
            <a:lvl4pPr lvl="3" algn="l">
              <a:lnSpc>
                <a:spcPct val="115000"/>
              </a:lnSpc>
              <a:spcBef>
                <a:spcPts val="1600"/>
              </a:spcBef>
              <a:spcAft>
                <a:spcPts val="0"/>
              </a:spcAft>
              <a:buSzPts val="1400"/>
              <a:buNone/>
              <a:defRPr/>
            </a:lvl4pPr>
            <a:lvl5pPr lvl="4" algn="l">
              <a:lnSpc>
                <a:spcPct val="115000"/>
              </a:lnSpc>
              <a:spcBef>
                <a:spcPts val="1600"/>
              </a:spcBef>
              <a:spcAft>
                <a:spcPts val="0"/>
              </a:spcAft>
              <a:buSzPts val="14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pic>
        <p:nvPicPr>
          <p:cNvPr id="26" name="Google Shape;26;p18"/>
          <p:cNvPicPr preferRelativeResize="0"/>
          <p:nvPr/>
        </p:nvPicPr>
        <p:blipFill rotWithShape="1">
          <a:blip r:embed="rId3">
            <a:alphaModFix/>
          </a:blip>
          <a:srcRect b="0" l="0" r="0" t="29770"/>
          <a:stretch/>
        </p:blipFill>
        <p:spPr>
          <a:xfrm>
            <a:off x="0" y="1"/>
            <a:ext cx="9144003" cy="26340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7" name="Shape 27"/>
        <p:cNvGrpSpPr/>
        <p:nvPr/>
      </p:nvGrpSpPr>
      <p:grpSpPr>
        <a:xfrm>
          <a:off x="0" y="0"/>
          <a:ext cx="0" cy="0"/>
          <a:chOff x="0" y="0"/>
          <a:chExt cx="0" cy="0"/>
        </a:xfrm>
      </p:grpSpPr>
      <p:sp>
        <p:nvSpPr>
          <p:cNvPr id="28" name="Google Shape;28;p19"/>
          <p:cNvSpPr txBox="1"/>
          <p:nvPr>
            <p:ph type="title"/>
          </p:nvPr>
        </p:nvSpPr>
        <p:spPr>
          <a:xfrm>
            <a:off x="311700" y="708000"/>
            <a:ext cx="3132300" cy="755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57068C"/>
              </a:buClr>
              <a:buSzPts val="2400"/>
              <a:buNone/>
              <a:defRPr sz="2400">
                <a:solidFill>
                  <a:srgbClr val="57068C"/>
                </a:solidFill>
              </a:defRPr>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29" name="Google Shape;29;p19"/>
          <p:cNvSpPr txBox="1"/>
          <p:nvPr>
            <p:ph idx="1" type="body"/>
          </p:nvPr>
        </p:nvSpPr>
        <p:spPr>
          <a:xfrm>
            <a:off x="311700" y="1542000"/>
            <a:ext cx="3054600" cy="28860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1000"/>
              </a:spcBef>
              <a:spcAft>
                <a:spcPts val="0"/>
              </a:spcAft>
              <a:buSzPts val="1200"/>
              <a:buChar char="○"/>
              <a:defRPr sz="1200"/>
            </a:lvl2pPr>
            <a:lvl3pPr indent="-304800" lvl="2" marL="1371600" algn="l">
              <a:lnSpc>
                <a:spcPct val="115000"/>
              </a:lnSpc>
              <a:spcBef>
                <a:spcPts val="1000"/>
              </a:spcBef>
              <a:spcAft>
                <a:spcPts val="0"/>
              </a:spcAft>
              <a:buSzPts val="1200"/>
              <a:buChar char="■"/>
              <a:defRPr sz="1200"/>
            </a:lvl3pPr>
            <a:lvl4pPr indent="-304800" lvl="3" marL="1828800" algn="l">
              <a:lnSpc>
                <a:spcPct val="115000"/>
              </a:lnSpc>
              <a:spcBef>
                <a:spcPts val="1000"/>
              </a:spcBef>
              <a:spcAft>
                <a:spcPts val="0"/>
              </a:spcAft>
              <a:buSzPts val="1200"/>
              <a:buChar char="●"/>
              <a:defRPr sz="1200"/>
            </a:lvl4pPr>
            <a:lvl5pPr indent="-304800" lvl="4" marL="2286000" algn="l">
              <a:lnSpc>
                <a:spcPct val="115000"/>
              </a:lnSpc>
              <a:spcBef>
                <a:spcPts val="1000"/>
              </a:spcBef>
              <a:spcAft>
                <a:spcPts val="0"/>
              </a:spcAft>
              <a:buSzPts val="1200"/>
              <a:buChar char="○"/>
              <a:defRPr sz="1200"/>
            </a:lvl5pPr>
            <a:lvl6pPr indent="-304800" lvl="5" marL="2743200" algn="l">
              <a:lnSpc>
                <a:spcPct val="115000"/>
              </a:lnSpc>
              <a:spcBef>
                <a:spcPts val="1000"/>
              </a:spcBef>
              <a:spcAft>
                <a:spcPts val="0"/>
              </a:spcAft>
              <a:buSzPts val="1200"/>
              <a:buChar char="■"/>
              <a:defRPr sz="1200"/>
            </a:lvl6pPr>
            <a:lvl7pPr indent="-304800" lvl="6" marL="3200400" algn="l">
              <a:lnSpc>
                <a:spcPct val="115000"/>
              </a:lnSpc>
              <a:spcBef>
                <a:spcPts val="1000"/>
              </a:spcBef>
              <a:spcAft>
                <a:spcPts val="0"/>
              </a:spcAft>
              <a:buSzPts val="1200"/>
              <a:buChar char="●"/>
              <a:defRPr sz="1200"/>
            </a:lvl7pPr>
            <a:lvl8pPr indent="-304800" lvl="7" marL="3657600" algn="l">
              <a:lnSpc>
                <a:spcPct val="115000"/>
              </a:lnSpc>
              <a:spcBef>
                <a:spcPts val="1000"/>
              </a:spcBef>
              <a:spcAft>
                <a:spcPts val="0"/>
              </a:spcAft>
              <a:buSzPts val="1200"/>
              <a:buChar char="○"/>
              <a:defRPr sz="1200"/>
            </a:lvl8pPr>
            <a:lvl9pPr indent="-304800" lvl="8" marL="4114800" algn="l">
              <a:lnSpc>
                <a:spcPct val="115000"/>
              </a:lnSpc>
              <a:spcBef>
                <a:spcPts val="1000"/>
              </a:spcBef>
              <a:spcAft>
                <a:spcPts val="1000"/>
              </a:spcAft>
              <a:buSzPts val="1200"/>
              <a:buChar char="■"/>
              <a:defRPr sz="1200"/>
            </a:lvl9pPr>
          </a:lstStyle>
          <a:p/>
        </p:txBody>
      </p:sp>
      <p:pic>
        <p:nvPicPr>
          <p:cNvPr descr=" " id="30" name="Google Shape;30;p19"/>
          <p:cNvPicPr preferRelativeResize="0"/>
          <p:nvPr/>
        </p:nvPicPr>
        <p:blipFill rotWithShape="1">
          <a:blip r:embed="rId2">
            <a:alphaModFix/>
          </a:blip>
          <a:srcRect b="0" l="0" r="0" t="0"/>
          <a:stretch/>
        </p:blipFill>
        <p:spPr>
          <a:xfrm>
            <a:off x="407175" y="4539121"/>
            <a:ext cx="776077" cy="263400"/>
          </a:xfrm>
          <a:prstGeom prst="rect">
            <a:avLst/>
          </a:prstGeom>
          <a:noFill/>
          <a:ln>
            <a:noFill/>
          </a:ln>
        </p:spPr>
      </p:pic>
      <p:sp>
        <p:nvSpPr>
          <p:cNvPr id="31" name="Google Shape;31;p19"/>
          <p:cNvSpPr txBox="1"/>
          <p:nvPr/>
        </p:nvSpPr>
        <p:spPr>
          <a:xfrm>
            <a:off x="4619925" y="4517225"/>
            <a:ext cx="4192800" cy="3072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700"/>
              <a:buFont typeface="Arial"/>
              <a:buNone/>
            </a:pPr>
            <a:fld id="{00000000-1234-1234-1234-123412341234}" type="slidenum">
              <a:rPr b="1" i="0" lang="en" sz="700" u="none" cap="none" strike="noStrike">
                <a:solidFill>
                  <a:schemeClr val="accent2"/>
                </a:solidFill>
                <a:latin typeface="Montserrat"/>
                <a:ea typeface="Montserrat"/>
                <a:cs typeface="Montserrat"/>
                <a:sym typeface="Montserrat"/>
              </a:rPr>
              <a:t>‹#›</a:t>
            </a:fld>
            <a:endParaRPr b="1" i="0" sz="700" u="none" cap="none" strike="noStrike">
              <a:solidFill>
                <a:schemeClr val="accent2"/>
              </a:solidFill>
              <a:latin typeface="Montserrat"/>
              <a:ea typeface="Montserrat"/>
              <a:cs typeface="Montserrat"/>
              <a:sym typeface="Montserrat"/>
            </a:endParaRPr>
          </a:p>
        </p:txBody>
      </p:sp>
      <p:pic>
        <p:nvPicPr>
          <p:cNvPr id="32" name="Google Shape;32;p19"/>
          <p:cNvPicPr preferRelativeResize="0"/>
          <p:nvPr/>
        </p:nvPicPr>
        <p:blipFill rotWithShape="1">
          <a:blip r:embed="rId3">
            <a:alphaModFix/>
          </a:blip>
          <a:srcRect b="0" l="0" r="0" t="29770"/>
          <a:stretch/>
        </p:blipFill>
        <p:spPr>
          <a:xfrm>
            <a:off x="0" y="1"/>
            <a:ext cx="9144003" cy="263400"/>
          </a:xfrm>
          <a:prstGeom prst="rect">
            <a:avLst/>
          </a:prstGeom>
          <a:noFill/>
          <a:ln>
            <a:noFill/>
          </a:ln>
        </p:spPr>
      </p:pic>
    </p:spTree>
  </p:cSld>
  <p:clrMapOvr>
    <a:masterClrMapping/>
  </p:clrMapOvr>
  <p:extLst>
    <p:ext uri="{DCECCB84-F9BA-43D5-87BE-67443E8EF086}">
      <p15:sldGuideLst>
        <p15:guide id="1" orient="horz" pos="432">
          <p15:clr>
            <a:srgbClr val="FA7B17"/>
          </p15:clr>
        </p15:guide>
      </p15:sldGuideLst>
    </p:ext>
  </p:extLs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3" name="Shape 33"/>
        <p:cNvGrpSpPr/>
        <p:nvPr/>
      </p:nvGrpSpPr>
      <p:grpSpPr>
        <a:xfrm>
          <a:off x="0" y="0"/>
          <a:ext cx="0" cy="0"/>
          <a:chOff x="0" y="0"/>
          <a:chExt cx="0" cy="0"/>
        </a:xfrm>
      </p:grpSpPr>
      <p:sp>
        <p:nvSpPr>
          <p:cNvPr id="34" name="Google Shape;34;p20"/>
          <p:cNvSpPr txBox="1"/>
          <p:nvPr>
            <p:ph type="title"/>
          </p:nvPr>
        </p:nvSpPr>
        <p:spPr>
          <a:xfrm>
            <a:off x="311700" y="530680"/>
            <a:ext cx="84249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rgbClr val="57068C"/>
              </a:buClr>
              <a:buSzPts val="3600"/>
              <a:buNone/>
              <a:defRPr>
                <a:solidFill>
                  <a:srgbClr val="57068C"/>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descr=" " id="35" name="Google Shape;35;p20"/>
          <p:cNvPicPr preferRelativeResize="0"/>
          <p:nvPr/>
        </p:nvPicPr>
        <p:blipFill rotWithShape="1">
          <a:blip r:embed="rId2">
            <a:alphaModFix/>
          </a:blip>
          <a:srcRect b="0" l="0" r="0" t="0"/>
          <a:stretch/>
        </p:blipFill>
        <p:spPr>
          <a:xfrm>
            <a:off x="407175" y="4539121"/>
            <a:ext cx="776077" cy="263400"/>
          </a:xfrm>
          <a:prstGeom prst="rect">
            <a:avLst/>
          </a:prstGeom>
          <a:noFill/>
          <a:ln>
            <a:noFill/>
          </a:ln>
        </p:spPr>
      </p:pic>
      <p:sp>
        <p:nvSpPr>
          <p:cNvPr id="36" name="Google Shape;36;p20"/>
          <p:cNvSpPr txBox="1"/>
          <p:nvPr/>
        </p:nvSpPr>
        <p:spPr>
          <a:xfrm>
            <a:off x="4619925" y="4517225"/>
            <a:ext cx="4192800" cy="3072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700"/>
              <a:buFont typeface="Arial"/>
              <a:buNone/>
            </a:pPr>
            <a:fld id="{00000000-1234-1234-1234-123412341234}" type="slidenum">
              <a:rPr b="1" i="0" lang="en" sz="700" u="none" cap="none" strike="noStrike">
                <a:solidFill>
                  <a:schemeClr val="accent2"/>
                </a:solidFill>
                <a:latin typeface="Montserrat"/>
                <a:ea typeface="Montserrat"/>
                <a:cs typeface="Montserrat"/>
                <a:sym typeface="Montserrat"/>
              </a:rPr>
              <a:t>‹#›</a:t>
            </a:fld>
            <a:endParaRPr b="1" i="0" sz="700" u="none" cap="none" strike="noStrike">
              <a:solidFill>
                <a:schemeClr val="accent2"/>
              </a:solidFill>
              <a:latin typeface="Montserrat"/>
              <a:ea typeface="Montserrat"/>
              <a:cs typeface="Montserrat"/>
              <a:sym typeface="Montserrat"/>
            </a:endParaRPr>
          </a:p>
        </p:txBody>
      </p:sp>
      <p:pic>
        <p:nvPicPr>
          <p:cNvPr id="37" name="Google Shape;37;p20"/>
          <p:cNvPicPr preferRelativeResize="0"/>
          <p:nvPr/>
        </p:nvPicPr>
        <p:blipFill rotWithShape="1">
          <a:blip r:embed="rId3">
            <a:alphaModFix/>
          </a:blip>
          <a:srcRect b="0" l="0" r="0" t="29770"/>
          <a:stretch/>
        </p:blipFill>
        <p:spPr>
          <a:xfrm>
            <a:off x="0" y="1"/>
            <a:ext cx="9144003" cy="26340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8" name="Shape 38"/>
        <p:cNvGrpSpPr/>
        <p:nvPr/>
      </p:nvGrpSpPr>
      <p:grpSpPr>
        <a:xfrm>
          <a:off x="0" y="0"/>
          <a:ext cx="0" cy="0"/>
          <a:chOff x="0" y="0"/>
          <a:chExt cx="0" cy="0"/>
        </a:xfrm>
      </p:grpSpPr>
      <p:sp>
        <p:nvSpPr>
          <p:cNvPr id="39" name="Google Shape;39;p21"/>
          <p:cNvSpPr txBox="1"/>
          <p:nvPr>
            <p:ph type="title"/>
          </p:nvPr>
        </p:nvSpPr>
        <p:spPr>
          <a:xfrm>
            <a:off x="1772975" y="528144"/>
            <a:ext cx="5597700" cy="2475300"/>
          </a:xfrm>
          <a:prstGeom prst="rect">
            <a:avLst/>
          </a:prstGeom>
          <a:noFill/>
          <a:ln>
            <a:noFill/>
          </a:ln>
        </p:spPr>
        <p:txBody>
          <a:bodyPr anchorCtr="0" anchor="ctr" bIns="91425" lIns="91425" spcFirstLastPara="1" rIns="91425" wrap="square" tIns="91425">
            <a:noAutofit/>
          </a:bodyPr>
          <a:lstStyle>
            <a:lvl1pPr lvl="0" algn="ctr">
              <a:lnSpc>
                <a:spcPct val="80000"/>
              </a:lnSpc>
              <a:spcBef>
                <a:spcPts val="0"/>
              </a:spcBef>
              <a:spcAft>
                <a:spcPts val="0"/>
              </a:spcAft>
              <a:buClr>
                <a:srgbClr val="57068C"/>
              </a:buClr>
              <a:buSzPts val="5600"/>
              <a:buNone/>
              <a:defRPr sz="5600">
                <a:solidFill>
                  <a:srgbClr val="57068C"/>
                </a:solidFill>
              </a:defRPr>
            </a:lvl1pPr>
            <a:lvl2pPr lvl="1" algn="l">
              <a:lnSpc>
                <a:spcPct val="80000"/>
              </a:lnSpc>
              <a:spcBef>
                <a:spcPts val="0"/>
              </a:spcBef>
              <a:spcAft>
                <a:spcPts val="0"/>
              </a:spcAft>
              <a:buSzPts val="4800"/>
              <a:buNone/>
              <a:defRPr sz="4800"/>
            </a:lvl2pPr>
            <a:lvl3pPr lvl="2" algn="l">
              <a:lnSpc>
                <a:spcPct val="80000"/>
              </a:lnSpc>
              <a:spcBef>
                <a:spcPts val="0"/>
              </a:spcBef>
              <a:spcAft>
                <a:spcPts val="0"/>
              </a:spcAft>
              <a:buSzPts val="4800"/>
              <a:buNone/>
              <a:defRPr sz="4800"/>
            </a:lvl3pPr>
            <a:lvl4pPr lvl="3" algn="l">
              <a:lnSpc>
                <a:spcPct val="80000"/>
              </a:lnSpc>
              <a:spcBef>
                <a:spcPts val="0"/>
              </a:spcBef>
              <a:spcAft>
                <a:spcPts val="0"/>
              </a:spcAft>
              <a:buSzPts val="4800"/>
              <a:buNone/>
              <a:defRPr sz="4800"/>
            </a:lvl4pPr>
            <a:lvl5pPr lvl="4" algn="l">
              <a:lnSpc>
                <a:spcPct val="80000"/>
              </a:lnSpc>
              <a:spcBef>
                <a:spcPts val="0"/>
              </a:spcBef>
              <a:spcAft>
                <a:spcPts val="0"/>
              </a:spcAft>
              <a:buSzPts val="4800"/>
              <a:buNone/>
              <a:defRPr sz="4800"/>
            </a:lvl5pPr>
            <a:lvl6pPr lvl="5" algn="l">
              <a:lnSpc>
                <a:spcPct val="80000"/>
              </a:lnSpc>
              <a:spcBef>
                <a:spcPts val="0"/>
              </a:spcBef>
              <a:spcAft>
                <a:spcPts val="0"/>
              </a:spcAft>
              <a:buSzPts val="4800"/>
              <a:buNone/>
              <a:defRPr sz="4800"/>
            </a:lvl6pPr>
            <a:lvl7pPr lvl="6" algn="l">
              <a:lnSpc>
                <a:spcPct val="80000"/>
              </a:lnSpc>
              <a:spcBef>
                <a:spcPts val="0"/>
              </a:spcBef>
              <a:spcAft>
                <a:spcPts val="0"/>
              </a:spcAft>
              <a:buSzPts val="4800"/>
              <a:buNone/>
              <a:defRPr sz="4800"/>
            </a:lvl7pPr>
            <a:lvl8pPr lvl="7" algn="l">
              <a:lnSpc>
                <a:spcPct val="80000"/>
              </a:lnSpc>
              <a:spcBef>
                <a:spcPts val="0"/>
              </a:spcBef>
              <a:spcAft>
                <a:spcPts val="0"/>
              </a:spcAft>
              <a:buSzPts val="4800"/>
              <a:buNone/>
              <a:defRPr sz="4800"/>
            </a:lvl8pPr>
            <a:lvl9pPr lvl="8" algn="l">
              <a:lnSpc>
                <a:spcPct val="80000"/>
              </a:lnSpc>
              <a:spcBef>
                <a:spcPts val="0"/>
              </a:spcBef>
              <a:spcAft>
                <a:spcPts val="0"/>
              </a:spcAft>
              <a:buSzPts val="4800"/>
              <a:buNone/>
              <a:defRPr sz="4800"/>
            </a:lvl9pPr>
          </a:lstStyle>
          <a:p/>
        </p:txBody>
      </p:sp>
      <p:pic>
        <p:nvPicPr>
          <p:cNvPr descr=" " id="40" name="Google Shape;40;p21"/>
          <p:cNvPicPr preferRelativeResize="0"/>
          <p:nvPr/>
        </p:nvPicPr>
        <p:blipFill rotWithShape="1">
          <a:blip r:embed="rId2">
            <a:alphaModFix/>
          </a:blip>
          <a:srcRect b="0" l="0" r="0" t="0"/>
          <a:stretch/>
        </p:blipFill>
        <p:spPr>
          <a:xfrm>
            <a:off x="407175" y="4539121"/>
            <a:ext cx="776077" cy="263400"/>
          </a:xfrm>
          <a:prstGeom prst="rect">
            <a:avLst/>
          </a:prstGeom>
          <a:noFill/>
          <a:ln>
            <a:noFill/>
          </a:ln>
        </p:spPr>
      </p:pic>
      <p:sp>
        <p:nvSpPr>
          <p:cNvPr id="41" name="Google Shape;41;p21"/>
          <p:cNvSpPr txBox="1"/>
          <p:nvPr/>
        </p:nvSpPr>
        <p:spPr>
          <a:xfrm>
            <a:off x="4619925" y="4517225"/>
            <a:ext cx="4192800" cy="3072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700"/>
              <a:buFont typeface="Arial"/>
              <a:buNone/>
            </a:pPr>
            <a:fld id="{00000000-1234-1234-1234-123412341234}" type="slidenum">
              <a:rPr b="1" i="0" lang="en" sz="700" u="none" cap="none" strike="noStrike">
                <a:solidFill>
                  <a:schemeClr val="accent2"/>
                </a:solidFill>
                <a:latin typeface="Montserrat"/>
                <a:ea typeface="Montserrat"/>
                <a:cs typeface="Montserrat"/>
                <a:sym typeface="Montserrat"/>
              </a:rPr>
              <a:t>‹#›</a:t>
            </a:fld>
            <a:endParaRPr b="1" i="0" sz="700" u="none" cap="none" strike="noStrike">
              <a:solidFill>
                <a:schemeClr val="accent2"/>
              </a:solidFill>
              <a:latin typeface="Montserrat"/>
              <a:ea typeface="Montserrat"/>
              <a:cs typeface="Montserrat"/>
              <a:sym typeface="Montserrat"/>
            </a:endParaRPr>
          </a:p>
        </p:txBody>
      </p:sp>
      <p:sp>
        <p:nvSpPr>
          <p:cNvPr id="42" name="Google Shape;42;p21"/>
          <p:cNvSpPr txBox="1"/>
          <p:nvPr>
            <p:ph idx="1" type="body"/>
          </p:nvPr>
        </p:nvSpPr>
        <p:spPr>
          <a:xfrm>
            <a:off x="2120250" y="2660325"/>
            <a:ext cx="4903500" cy="1615500"/>
          </a:xfrm>
          <a:prstGeom prst="rect">
            <a:avLst/>
          </a:prstGeom>
          <a:noFill/>
          <a:ln>
            <a:noFill/>
          </a:ln>
        </p:spPr>
        <p:txBody>
          <a:bodyPr anchorCtr="0" anchor="t" bIns="91425" lIns="91425" spcFirstLastPara="1" rIns="91425" wrap="square" tIns="91425">
            <a:noAutofit/>
          </a:bodyPr>
          <a:lstStyle>
            <a:lvl1pPr indent="-330200" lvl="0" marL="457200" algn="ctr">
              <a:lnSpc>
                <a:spcPct val="125000"/>
              </a:lnSpc>
              <a:spcBef>
                <a:spcPts val="0"/>
              </a:spcBef>
              <a:spcAft>
                <a:spcPts val="0"/>
              </a:spcAft>
              <a:buSzPts val="1600"/>
              <a:buChar char="●"/>
              <a:defRPr sz="1600"/>
            </a:lvl1pPr>
            <a:lvl2pPr indent="-330200" lvl="1" marL="914400" algn="ctr">
              <a:lnSpc>
                <a:spcPct val="125000"/>
              </a:lnSpc>
              <a:spcBef>
                <a:spcPts val="0"/>
              </a:spcBef>
              <a:spcAft>
                <a:spcPts val="0"/>
              </a:spcAft>
              <a:buSzPts val="1600"/>
              <a:buChar char="○"/>
              <a:defRPr sz="1600"/>
            </a:lvl2pPr>
            <a:lvl3pPr indent="-330200" lvl="2" marL="1371600" algn="ctr">
              <a:lnSpc>
                <a:spcPct val="125000"/>
              </a:lnSpc>
              <a:spcBef>
                <a:spcPts val="0"/>
              </a:spcBef>
              <a:spcAft>
                <a:spcPts val="0"/>
              </a:spcAft>
              <a:buSzPts val="1600"/>
              <a:buChar char="■"/>
              <a:defRPr sz="1600"/>
            </a:lvl3pPr>
            <a:lvl4pPr indent="-330200" lvl="3" marL="1828800" algn="ctr">
              <a:lnSpc>
                <a:spcPct val="125000"/>
              </a:lnSpc>
              <a:spcBef>
                <a:spcPts val="0"/>
              </a:spcBef>
              <a:spcAft>
                <a:spcPts val="0"/>
              </a:spcAft>
              <a:buSzPts val="1600"/>
              <a:buChar char="●"/>
              <a:defRPr sz="1600"/>
            </a:lvl4pPr>
            <a:lvl5pPr indent="-330200" lvl="4" marL="2286000" algn="ctr">
              <a:lnSpc>
                <a:spcPct val="125000"/>
              </a:lnSpc>
              <a:spcBef>
                <a:spcPts val="0"/>
              </a:spcBef>
              <a:spcAft>
                <a:spcPts val="0"/>
              </a:spcAft>
              <a:buSzPts val="1600"/>
              <a:buChar char="○"/>
              <a:defRPr sz="1600"/>
            </a:lvl5pPr>
            <a:lvl6pPr indent="-330200" lvl="5" marL="2743200" algn="ctr">
              <a:lnSpc>
                <a:spcPct val="125000"/>
              </a:lnSpc>
              <a:spcBef>
                <a:spcPts val="0"/>
              </a:spcBef>
              <a:spcAft>
                <a:spcPts val="0"/>
              </a:spcAft>
              <a:buSzPts val="1600"/>
              <a:buChar char="■"/>
              <a:defRPr sz="1600"/>
            </a:lvl6pPr>
            <a:lvl7pPr indent="-330200" lvl="6" marL="3200400" algn="ctr">
              <a:lnSpc>
                <a:spcPct val="125000"/>
              </a:lnSpc>
              <a:spcBef>
                <a:spcPts val="0"/>
              </a:spcBef>
              <a:spcAft>
                <a:spcPts val="0"/>
              </a:spcAft>
              <a:buSzPts val="1600"/>
              <a:buChar char="●"/>
              <a:defRPr sz="1600"/>
            </a:lvl7pPr>
            <a:lvl8pPr indent="-330200" lvl="7" marL="3657600" algn="ctr">
              <a:lnSpc>
                <a:spcPct val="125000"/>
              </a:lnSpc>
              <a:spcBef>
                <a:spcPts val="0"/>
              </a:spcBef>
              <a:spcAft>
                <a:spcPts val="0"/>
              </a:spcAft>
              <a:buSzPts val="1600"/>
              <a:buChar char="○"/>
              <a:defRPr sz="1600"/>
            </a:lvl8pPr>
            <a:lvl9pPr indent="-330200" lvl="8" marL="4114800" algn="ctr">
              <a:lnSpc>
                <a:spcPct val="125000"/>
              </a:lnSpc>
              <a:spcBef>
                <a:spcPts val="0"/>
              </a:spcBef>
              <a:spcAft>
                <a:spcPts val="0"/>
              </a:spcAft>
              <a:buSzPts val="1600"/>
              <a:buChar char="■"/>
              <a:defRPr sz="1600"/>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and Text">
  <p:cSld name="CUSTOM">
    <p:spTree>
      <p:nvGrpSpPr>
        <p:cNvPr id="43" name="Shape 43"/>
        <p:cNvGrpSpPr/>
        <p:nvPr/>
      </p:nvGrpSpPr>
      <p:grpSpPr>
        <a:xfrm>
          <a:off x="0" y="0"/>
          <a:ext cx="0" cy="0"/>
          <a:chOff x="0" y="0"/>
          <a:chExt cx="0" cy="0"/>
        </a:xfrm>
      </p:grpSpPr>
      <p:pic>
        <p:nvPicPr>
          <p:cNvPr id="44" name="Google Shape;44;p22"/>
          <p:cNvPicPr preferRelativeResize="0"/>
          <p:nvPr/>
        </p:nvPicPr>
        <p:blipFill rotWithShape="1">
          <a:blip r:embed="rId2">
            <a:alphaModFix/>
          </a:blip>
          <a:srcRect b="0" l="0" r="0" t="0"/>
          <a:stretch/>
        </p:blipFill>
        <p:spPr>
          <a:xfrm>
            <a:off x="0" y="0"/>
            <a:ext cx="9143997" cy="5143510"/>
          </a:xfrm>
          <a:prstGeom prst="rect">
            <a:avLst/>
          </a:prstGeom>
          <a:noFill/>
          <a:ln>
            <a:noFill/>
          </a:ln>
        </p:spPr>
      </p:pic>
      <p:pic>
        <p:nvPicPr>
          <p:cNvPr descr=" " id="45" name="Google Shape;45;p22"/>
          <p:cNvPicPr preferRelativeResize="0"/>
          <p:nvPr/>
        </p:nvPicPr>
        <p:blipFill rotWithShape="1">
          <a:blip r:embed="rId3">
            <a:alphaModFix/>
          </a:blip>
          <a:srcRect b="0" l="0" r="0" t="0"/>
          <a:stretch/>
        </p:blipFill>
        <p:spPr>
          <a:xfrm>
            <a:off x="407175" y="4539121"/>
            <a:ext cx="776077" cy="263400"/>
          </a:xfrm>
          <a:prstGeom prst="rect">
            <a:avLst/>
          </a:prstGeom>
          <a:noFill/>
          <a:ln>
            <a:noFill/>
          </a:ln>
        </p:spPr>
      </p:pic>
      <p:sp>
        <p:nvSpPr>
          <p:cNvPr id="46" name="Google Shape;46;p22"/>
          <p:cNvSpPr txBox="1"/>
          <p:nvPr/>
        </p:nvSpPr>
        <p:spPr>
          <a:xfrm>
            <a:off x="4619925" y="4517225"/>
            <a:ext cx="4192800" cy="3072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700"/>
              <a:buFont typeface="Arial"/>
              <a:buNone/>
            </a:pPr>
            <a:fld id="{00000000-1234-1234-1234-123412341234}" type="slidenum">
              <a:rPr b="1" i="0" lang="en" sz="700" u="none" cap="none" strike="noStrike">
                <a:solidFill>
                  <a:schemeClr val="accent2"/>
                </a:solidFill>
                <a:latin typeface="Montserrat"/>
                <a:ea typeface="Montserrat"/>
                <a:cs typeface="Montserrat"/>
                <a:sym typeface="Montserrat"/>
              </a:rPr>
              <a:t>‹#›</a:t>
            </a:fld>
            <a:endParaRPr b="1" i="0" sz="700" u="none" cap="none" strike="noStrike">
              <a:solidFill>
                <a:schemeClr val="accent2"/>
              </a:solidFill>
              <a:latin typeface="Montserrat"/>
              <a:ea typeface="Montserrat"/>
              <a:cs typeface="Montserrat"/>
              <a:sym typeface="Montserrat"/>
            </a:endParaRPr>
          </a:p>
        </p:txBody>
      </p:sp>
      <p:sp>
        <p:nvSpPr>
          <p:cNvPr id="47" name="Google Shape;47;p22"/>
          <p:cNvSpPr txBox="1"/>
          <p:nvPr>
            <p:ph type="title"/>
          </p:nvPr>
        </p:nvSpPr>
        <p:spPr>
          <a:xfrm>
            <a:off x="4969800" y="1412750"/>
            <a:ext cx="3766800" cy="1374600"/>
          </a:xfrm>
          <a:prstGeom prst="rect">
            <a:avLst/>
          </a:prstGeom>
          <a:noFill/>
          <a:ln>
            <a:noFill/>
          </a:ln>
        </p:spPr>
        <p:txBody>
          <a:bodyPr anchorCtr="0" anchor="b" bIns="91425" lIns="91425" spcFirstLastPara="1" rIns="91425" wrap="square" tIns="91425">
            <a:noAutofit/>
          </a:bodyPr>
          <a:lstStyle>
            <a:lvl1pPr lvl="0" algn="l">
              <a:lnSpc>
                <a:spcPct val="80000"/>
              </a:lnSpc>
              <a:spcBef>
                <a:spcPts val="0"/>
              </a:spcBef>
              <a:spcAft>
                <a:spcPts val="0"/>
              </a:spcAft>
              <a:buClr>
                <a:srgbClr val="57068C"/>
              </a:buClr>
              <a:buSzPts val="3600"/>
              <a:buNone/>
              <a:defRPr>
                <a:solidFill>
                  <a:srgbClr val="57068C"/>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48" name="Google Shape;48;p22"/>
          <p:cNvSpPr txBox="1"/>
          <p:nvPr>
            <p:ph idx="1" type="body"/>
          </p:nvPr>
        </p:nvSpPr>
        <p:spPr>
          <a:xfrm>
            <a:off x="4969675" y="2901150"/>
            <a:ext cx="3766800" cy="1374600"/>
          </a:xfrm>
          <a:prstGeom prst="rect">
            <a:avLst/>
          </a:prstGeom>
          <a:noFill/>
          <a:ln>
            <a:noFill/>
          </a:ln>
        </p:spPr>
        <p:txBody>
          <a:bodyPr anchorCtr="0" anchor="t" bIns="91425" lIns="91425" spcFirstLastPara="1" rIns="91425" wrap="square" tIns="91425">
            <a:noAutofit/>
          </a:bodyPr>
          <a:lstStyle>
            <a:lvl1pPr indent="-298450" lvl="0" marL="457200" algn="l">
              <a:lnSpc>
                <a:spcPct val="125000"/>
              </a:lnSpc>
              <a:spcBef>
                <a:spcPts val="0"/>
              </a:spcBef>
              <a:spcAft>
                <a:spcPts val="0"/>
              </a:spcAft>
              <a:buSzPts val="1100"/>
              <a:buChar char="●"/>
              <a:defRPr sz="1100"/>
            </a:lvl1pPr>
            <a:lvl2pPr indent="-298450" lvl="1" marL="914400" algn="l">
              <a:lnSpc>
                <a:spcPct val="125000"/>
              </a:lnSpc>
              <a:spcBef>
                <a:spcPts val="800"/>
              </a:spcBef>
              <a:spcAft>
                <a:spcPts val="0"/>
              </a:spcAft>
              <a:buSzPts val="1100"/>
              <a:buChar char="○"/>
              <a:defRPr sz="1100"/>
            </a:lvl2pPr>
            <a:lvl3pPr indent="-298450" lvl="2" marL="1371600" algn="l">
              <a:lnSpc>
                <a:spcPct val="125000"/>
              </a:lnSpc>
              <a:spcBef>
                <a:spcPts val="800"/>
              </a:spcBef>
              <a:spcAft>
                <a:spcPts val="0"/>
              </a:spcAft>
              <a:buSzPts val="1100"/>
              <a:buChar char="■"/>
              <a:defRPr sz="1100"/>
            </a:lvl3pPr>
            <a:lvl4pPr indent="-298450" lvl="3" marL="1828800" algn="l">
              <a:lnSpc>
                <a:spcPct val="125000"/>
              </a:lnSpc>
              <a:spcBef>
                <a:spcPts val="800"/>
              </a:spcBef>
              <a:spcAft>
                <a:spcPts val="0"/>
              </a:spcAft>
              <a:buSzPts val="1100"/>
              <a:buChar char="●"/>
              <a:defRPr sz="1100"/>
            </a:lvl4pPr>
            <a:lvl5pPr indent="-298450" lvl="4" marL="2286000" algn="l">
              <a:lnSpc>
                <a:spcPct val="125000"/>
              </a:lnSpc>
              <a:spcBef>
                <a:spcPts val="800"/>
              </a:spcBef>
              <a:spcAft>
                <a:spcPts val="0"/>
              </a:spcAft>
              <a:buSzPts val="1100"/>
              <a:buChar char="○"/>
              <a:defRPr sz="1100"/>
            </a:lvl5pPr>
            <a:lvl6pPr indent="-298450" lvl="5" marL="2743200" algn="l">
              <a:lnSpc>
                <a:spcPct val="125000"/>
              </a:lnSpc>
              <a:spcBef>
                <a:spcPts val="800"/>
              </a:spcBef>
              <a:spcAft>
                <a:spcPts val="0"/>
              </a:spcAft>
              <a:buSzPts val="1100"/>
              <a:buChar char="■"/>
              <a:defRPr sz="1100"/>
            </a:lvl6pPr>
            <a:lvl7pPr indent="-298450" lvl="6" marL="3200400" algn="l">
              <a:lnSpc>
                <a:spcPct val="125000"/>
              </a:lnSpc>
              <a:spcBef>
                <a:spcPts val="800"/>
              </a:spcBef>
              <a:spcAft>
                <a:spcPts val="0"/>
              </a:spcAft>
              <a:buSzPts val="1100"/>
              <a:buChar char="●"/>
              <a:defRPr sz="1100"/>
            </a:lvl7pPr>
            <a:lvl8pPr indent="-298450" lvl="7" marL="3657600" algn="l">
              <a:lnSpc>
                <a:spcPct val="125000"/>
              </a:lnSpc>
              <a:spcBef>
                <a:spcPts val="800"/>
              </a:spcBef>
              <a:spcAft>
                <a:spcPts val="0"/>
              </a:spcAft>
              <a:buSzPts val="1100"/>
              <a:buChar char="○"/>
              <a:defRPr sz="1100"/>
            </a:lvl8pPr>
            <a:lvl9pPr indent="-298450" lvl="8" marL="4114800" algn="l">
              <a:lnSpc>
                <a:spcPct val="125000"/>
              </a:lnSpc>
              <a:spcBef>
                <a:spcPts val="800"/>
              </a:spcBef>
              <a:spcAft>
                <a:spcPts val="800"/>
              </a:spcAft>
              <a:buSzPts val="1100"/>
              <a:buChar char="■"/>
              <a:defRPr sz="1100"/>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9" name="Shape 49"/>
        <p:cNvGrpSpPr/>
        <p:nvPr/>
      </p:nvGrpSpPr>
      <p:grpSpPr>
        <a:xfrm>
          <a:off x="0" y="0"/>
          <a:ext cx="0" cy="0"/>
          <a:chOff x="0" y="0"/>
          <a:chExt cx="0" cy="0"/>
        </a:xfrm>
      </p:grpSpPr>
      <p:sp>
        <p:nvSpPr>
          <p:cNvPr descr=" " id="50" name="Google Shape;50;p23"/>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 name="Google Shape;51;p23"/>
          <p:cNvSpPr txBox="1"/>
          <p:nvPr>
            <p:ph type="title"/>
          </p:nvPr>
        </p:nvSpPr>
        <p:spPr>
          <a:xfrm>
            <a:off x="294375" y="1233175"/>
            <a:ext cx="4079100" cy="1482300"/>
          </a:xfrm>
          <a:prstGeom prst="rect">
            <a:avLst/>
          </a:prstGeom>
          <a:noFill/>
          <a:ln>
            <a:noFill/>
          </a:ln>
        </p:spPr>
        <p:txBody>
          <a:bodyPr anchorCtr="0" anchor="b" bIns="91425" lIns="91425" spcFirstLastPara="1" rIns="91425" wrap="square" tIns="91425">
            <a:noAutofit/>
          </a:bodyPr>
          <a:lstStyle>
            <a:lvl1pPr lvl="0" algn="l">
              <a:lnSpc>
                <a:spcPct val="80000"/>
              </a:lnSpc>
              <a:spcBef>
                <a:spcPts val="0"/>
              </a:spcBef>
              <a:spcAft>
                <a:spcPts val="0"/>
              </a:spcAft>
              <a:buClr>
                <a:srgbClr val="57068C"/>
              </a:buClr>
              <a:buSzPts val="3600"/>
              <a:buNone/>
              <a:defRPr sz="3600">
                <a:solidFill>
                  <a:srgbClr val="57068C"/>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52" name="Google Shape;52;p23"/>
          <p:cNvSpPr txBox="1"/>
          <p:nvPr>
            <p:ph idx="1" type="subTitle"/>
          </p:nvPr>
        </p:nvSpPr>
        <p:spPr>
          <a:xfrm>
            <a:off x="294375" y="2803075"/>
            <a:ext cx="3616800" cy="12351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rgbClr val="9A6ABA"/>
              </a:buClr>
              <a:buSzPts val="1800"/>
              <a:buNone/>
              <a:defRPr>
                <a:solidFill>
                  <a:srgbClr val="9A6ABA"/>
                </a:solidFill>
              </a:defRPr>
            </a:lvl1pPr>
            <a:lvl2pPr lvl="1" algn="l">
              <a:lnSpc>
                <a:spcPct val="100000"/>
              </a:lnSpc>
              <a:spcBef>
                <a:spcPts val="0"/>
              </a:spcBef>
              <a:spcAft>
                <a:spcPts val="0"/>
              </a:spcAft>
              <a:buSzPts val="2100"/>
              <a:buNone/>
              <a:defRPr sz="2100"/>
            </a:lvl2pPr>
            <a:lvl3pPr lvl="2" algn="l">
              <a:lnSpc>
                <a:spcPct val="100000"/>
              </a:lnSpc>
              <a:spcBef>
                <a:spcPts val="0"/>
              </a:spcBef>
              <a:spcAft>
                <a:spcPts val="0"/>
              </a:spcAft>
              <a:buSzPts val="2100"/>
              <a:buNone/>
              <a:defRPr sz="2100"/>
            </a:lvl3pPr>
            <a:lvl4pPr lvl="3" algn="l">
              <a:lnSpc>
                <a:spcPct val="100000"/>
              </a:lnSpc>
              <a:spcBef>
                <a:spcPts val="0"/>
              </a:spcBef>
              <a:spcAft>
                <a:spcPts val="0"/>
              </a:spcAft>
              <a:buSzPts val="2100"/>
              <a:buNone/>
              <a:defRPr sz="2100"/>
            </a:lvl4pPr>
            <a:lvl5pPr lvl="4" algn="l">
              <a:lnSpc>
                <a:spcPct val="100000"/>
              </a:lnSpc>
              <a:spcBef>
                <a:spcPts val="0"/>
              </a:spcBef>
              <a:spcAft>
                <a:spcPts val="0"/>
              </a:spcAft>
              <a:buSzPts val="2100"/>
              <a:buNone/>
              <a:defRPr sz="2100"/>
            </a:lvl5pPr>
            <a:lvl6pPr lvl="5" algn="l">
              <a:lnSpc>
                <a:spcPct val="100000"/>
              </a:lnSpc>
              <a:spcBef>
                <a:spcPts val="0"/>
              </a:spcBef>
              <a:spcAft>
                <a:spcPts val="0"/>
              </a:spcAft>
              <a:buSzPts val="2100"/>
              <a:buNone/>
              <a:defRPr sz="2100"/>
            </a:lvl6pPr>
            <a:lvl7pPr lvl="6" algn="l">
              <a:lnSpc>
                <a:spcPct val="100000"/>
              </a:lnSpc>
              <a:spcBef>
                <a:spcPts val="0"/>
              </a:spcBef>
              <a:spcAft>
                <a:spcPts val="0"/>
              </a:spcAft>
              <a:buSzPts val="2100"/>
              <a:buNone/>
              <a:defRPr sz="2100"/>
            </a:lvl7pPr>
            <a:lvl8pPr lvl="7" algn="l">
              <a:lnSpc>
                <a:spcPct val="100000"/>
              </a:lnSpc>
              <a:spcBef>
                <a:spcPts val="0"/>
              </a:spcBef>
              <a:spcAft>
                <a:spcPts val="0"/>
              </a:spcAft>
              <a:buSzPts val="2100"/>
              <a:buNone/>
              <a:defRPr sz="2100"/>
            </a:lvl8pPr>
            <a:lvl9pPr lvl="8" algn="l">
              <a:lnSpc>
                <a:spcPct val="100000"/>
              </a:lnSpc>
              <a:spcBef>
                <a:spcPts val="0"/>
              </a:spcBef>
              <a:spcAft>
                <a:spcPts val="0"/>
              </a:spcAft>
              <a:buSzPts val="2100"/>
              <a:buNone/>
              <a:defRPr sz="2100"/>
            </a:lvl9pPr>
          </a:lstStyle>
          <a:p/>
        </p:txBody>
      </p:sp>
      <p:sp>
        <p:nvSpPr>
          <p:cNvPr id="53" name="Google Shape;53;p23"/>
          <p:cNvSpPr txBox="1"/>
          <p:nvPr>
            <p:ph idx="2" type="body"/>
          </p:nvPr>
        </p:nvSpPr>
        <p:spPr>
          <a:xfrm>
            <a:off x="4939500" y="724075"/>
            <a:ext cx="3837000" cy="3551700"/>
          </a:xfrm>
          <a:prstGeom prst="rect">
            <a:avLst/>
          </a:prstGeom>
          <a:noFill/>
          <a:ln>
            <a:noFill/>
          </a:ln>
        </p:spPr>
        <p:txBody>
          <a:bodyPr anchorCtr="0" anchor="ctr" bIns="91425" lIns="91425" spcFirstLastPara="1" rIns="91425" wrap="square" tIns="91425">
            <a:no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pic>
        <p:nvPicPr>
          <p:cNvPr descr=" " id="54" name="Google Shape;54;p23"/>
          <p:cNvPicPr preferRelativeResize="0"/>
          <p:nvPr/>
        </p:nvPicPr>
        <p:blipFill rotWithShape="1">
          <a:blip r:embed="rId2">
            <a:alphaModFix/>
          </a:blip>
          <a:srcRect b="0" l="0" r="0" t="0"/>
          <a:stretch/>
        </p:blipFill>
        <p:spPr>
          <a:xfrm>
            <a:off x="407175" y="4539121"/>
            <a:ext cx="776077" cy="263400"/>
          </a:xfrm>
          <a:prstGeom prst="rect">
            <a:avLst/>
          </a:prstGeom>
          <a:noFill/>
          <a:ln>
            <a:noFill/>
          </a:ln>
        </p:spPr>
      </p:pic>
      <p:sp>
        <p:nvSpPr>
          <p:cNvPr id="55" name="Google Shape;55;p23"/>
          <p:cNvSpPr txBox="1"/>
          <p:nvPr/>
        </p:nvSpPr>
        <p:spPr>
          <a:xfrm>
            <a:off x="4619925" y="4517225"/>
            <a:ext cx="4192800" cy="3072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700"/>
              <a:buFont typeface="Arial"/>
              <a:buNone/>
            </a:pPr>
            <a:fld id="{00000000-1234-1234-1234-123412341234}" type="slidenum">
              <a:rPr b="1" i="0" lang="en" sz="700" u="none" cap="none" strike="noStrike">
                <a:solidFill>
                  <a:schemeClr val="accent2"/>
                </a:solidFill>
                <a:latin typeface="Montserrat"/>
                <a:ea typeface="Montserrat"/>
                <a:cs typeface="Montserrat"/>
                <a:sym typeface="Montserrat"/>
              </a:rPr>
              <a:t>‹#›</a:t>
            </a:fld>
            <a:endParaRPr b="1" i="0" sz="700" u="none" cap="none" strike="noStrike">
              <a:solidFill>
                <a:schemeClr val="accent2"/>
              </a:solidFill>
              <a:latin typeface="Montserrat"/>
              <a:ea typeface="Montserrat"/>
              <a:cs typeface="Montserrat"/>
              <a:sym typeface="Montserrat"/>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6" name="Shape 56"/>
        <p:cNvGrpSpPr/>
        <p:nvPr/>
      </p:nvGrpSpPr>
      <p:grpSpPr>
        <a:xfrm>
          <a:off x="0" y="0"/>
          <a:ext cx="0" cy="0"/>
          <a:chOff x="0" y="0"/>
          <a:chExt cx="0" cy="0"/>
        </a:xfrm>
      </p:grpSpPr>
      <p:pic>
        <p:nvPicPr>
          <p:cNvPr descr=" " id="57" name="Google Shape;57;p24"/>
          <p:cNvPicPr preferRelativeResize="0"/>
          <p:nvPr/>
        </p:nvPicPr>
        <p:blipFill rotWithShape="1">
          <a:blip r:embed="rId2">
            <a:alphaModFix/>
          </a:blip>
          <a:srcRect b="0" l="0" r="0" t="0"/>
          <a:stretch/>
        </p:blipFill>
        <p:spPr>
          <a:xfrm>
            <a:off x="407175" y="4539121"/>
            <a:ext cx="776077" cy="263400"/>
          </a:xfrm>
          <a:prstGeom prst="rect">
            <a:avLst/>
          </a:prstGeom>
          <a:noFill/>
          <a:ln>
            <a:noFill/>
          </a:ln>
        </p:spPr>
      </p:pic>
      <p:sp>
        <p:nvSpPr>
          <p:cNvPr id="58" name="Google Shape;58;p24"/>
          <p:cNvSpPr txBox="1"/>
          <p:nvPr/>
        </p:nvSpPr>
        <p:spPr>
          <a:xfrm>
            <a:off x="4619925" y="4517225"/>
            <a:ext cx="4192800" cy="3072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700"/>
              <a:buFont typeface="Arial"/>
              <a:buNone/>
            </a:pPr>
            <a:fld id="{00000000-1234-1234-1234-123412341234}" type="slidenum">
              <a:rPr b="1" i="0" lang="en" sz="700" u="none" cap="none" strike="noStrike">
                <a:solidFill>
                  <a:schemeClr val="accent2"/>
                </a:solidFill>
                <a:latin typeface="Montserrat"/>
                <a:ea typeface="Montserrat"/>
                <a:cs typeface="Montserrat"/>
                <a:sym typeface="Montserrat"/>
              </a:rPr>
              <a:t>‹#›</a:t>
            </a:fld>
            <a:endParaRPr b="1" i="0" sz="700" u="none" cap="none" strike="noStrike">
              <a:solidFill>
                <a:schemeClr val="accent2"/>
              </a:solidFill>
              <a:latin typeface="Montserrat"/>
              <a:ea typeface="Montserrat"/>
              <a:cs typeface="Montserrat"/>
              <a:sym typeface="Montserrat"/>
            </a:endParaRPr>
          </a:p>
        </p:txBody>
      </p:sp>
      <p:sp>
        <p:nvSpPr>
          <p:cNvPr id="59" name="Google Shape;59;p24"/>
          <p:cNvSpPr txBox="1"/>
          <p:nvPr>
            <p:ph type="title"/>
          </p:nvPr>
        </p:nvSpPr>
        <p:spPr>
          <a:xfrm>
            <a:off x="311700" y="3619355"/>
            <a:ext cx="4511700" cy="6051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333333"/>
              </a:buClr>
              <a:buSzPts val="1800"/>
              <a:buFont typeface="Montserrat"/>
              <a:buNone/>
              <a:defRPr b="0" sz="1800">
                <a:solidFill>
                  <a:srgbClr val="333333"/>
                </a:solidFill>
                <a:latin typeface="Montserrat"/>
                <a:ea typeface="Montserrat"/>
                <a:cs typeface="Montserrat"/>
                <a:sym typeface="Montserrat"/>
              </a:defRPr>
            </a:lvl1pPr>
            <a:lvl2pPr lvl="1" algn="l">
              <a:lnSpc>
                <a:spcPct val="100000"/>
              </a:lnSpc>
              <a:spcBef>
                <a:spcPts val="0"/>
              </a:spcBef>
              <a:spcAft>
                <a:spcPts val="0"/>
              </a:spcAft>
              <a:buSzPts val="2800"/>
              <a:buNone/>
              <a:defRPr>
                <a:latin typeface="Montserrat"/>
                <a:ea typeface="Montserrat"/>
                <a:cs typeface="Montserrat"/>
                <a:sym typeface="Montserrat"/>
              </a:defRPr>
            </a:lvl2pPr>
            <a:lvl3pPr lvl="2" algn="l">
              <a:lnSpc>
                <a:spcPct val="100000"/>
              </a:lnSpc>
              <a:spcBef>
                <a:spcPts val="0"/>
              </a:spcBef>
              <a:spcAft>
                <a:spcPts val="0"/>
              </a:spcAft>
              <a:buSzPts val="2800"/>
              <a:buNone/>
              <a:defRPr>
                <a:latin typeface="Montserrat"/>
                <a:ea typeface="Montserrat"/>
                <a:cs typeface="Montserrat"/>
                <a:sym typeface="Montserrat"/>
              </a:defRPr>
            </a:lvl3pPr>
            <a:lvl4pPr lvl="3" algn="l">
              <a:lnSpc>
                <a:spcPct val="100000"/>
              </a:lnSpc>
              <a:spcBef>
                <a:spcPts val="0"/>
              </a:spcBef>
              <a:spcAft>
                <a:spcPts val="0"/>
              </a:spcAft>
              <a:buSzPts val="2800"/>
              <a:buNone/>
              <a:defRPr>
                <a:latin typeface="Montserrat"/>
                <a:ea typeface="Montserrat"/>
                <a:cs typeface="Montserrat"/>
                <a:sym typeface="Montserrat"/>
              </a:defRPr>
            </a:lvl4pPr>
            <a:lvl5pPr lvl="4" algn="l">
              <a:lnSpc>
                <a:spcPct val="100000"/>
              </a:lnSpc>
              <a:spcBef>
                <a:spcPts val="0"/>
              </a:spcBef>
              <a:spcAft>
                <a:spcPts val="0"/>
              </a:spcAft>
              <a:buSzPts val="2800"/>
              <a:buNone/>
              <a:defRPr>
                <a:latin typeface="Montserrat"/>
                <a:ea typeface="Montserrat"/>
                <a:cs typeface="Montserrat"/>
                <a:sym typeface="Montserrat"/>
              </a:defRPr>
            </a:lvl5pPr>
            <a:lvl6pPr lvl="5" algn="l">
              <a:lnSpc>
                <a:spcPct val="100000"/>
              </a:lnSpc>
              <a:spcBef>
                <a:spcPts val="0"/>
              </a:spcBef>
              <a:spcAft>
                <a:spcPts val="0"/>
              </a:spcAft>
              <a:buSzPts val="2800"/>
              <a:buNone/>
              <a:defRPr>
                <a:latin typeface="Montserrat"/>
                <a:ea typeface="Montserrat"/>
                <a:cs typeface="Montserrat"/>
                <a:sym typeface="Montserrat"/>
              </a:defRPr>
            </a:lvl6pPr>
            <a:lvl7pPr lvl="6" algn="l">
              <a:lnSpc>
                <a:spcPct val="100000"/>
              </a:lnSpc>
              <a:spcBef>
                <a:spcPts val="0"/>
              </a:spcBef>
              <a:spcAft>
                <a:spcPts val="0"/>
              </a:spcAft>
              <a:buSzPts val="2800"/>
              <a:buNone/>
              <a:defRPr>
                <a:latin typeface="Montserrat"/>
                <a:ea typeface="Montserrat"/>
                <a:cs typeface="Montserrat"/>
                <a:sym typeface="Montserrat"/>
              </a:defRPr>
            </a:lvl7pPr>
            <a:lvl8pPr lvl="7" algn="l">
              <a:lnSpc>
                <a:spcPct val="100000"/>
              </a:lnSpc>
              <a:spcBef>
                <a:spcPts val="0"/>
              </a:spcBef>
              <a:spcAft>
                <a:spcPts val="0"/>
              </a:spcAft>
              <a:buSzPts val="2800"/>
              <a:buNone/>
              <a:defRPr>
                <a:latin typeface="Montserrat"/>
                <a:ea typeface="Montserrat"/>
                <a:cs typeface="Montserrat"/>
                <a:sym typeface="Montserrat"/>
              </a:defRPr>
            </a:lvl8pPr>
            <a:lvl9pPr lvl="8" algn="l">
              <a:lnSpc>
                <a:spcPct val="100000"/>
              </a:lnSpc>
              <a:spcBef>
                <a:spcPts val="0"/>
              </a:spcBef>
              <a:spcAft>
                <a:spcPts val="0"/>
              </a:spcAft>
              <a:buSzPts val="2800"/>
              <a:buNone/>
              <a:defRPr>
                <a:latin typeface="Montserrat"/>
                <a:ea typeface="Montserrat"/>
                <a:cs typeface="Montserrat"/>
                <a:sym typeface="Montserrat"/>
              </a:defRPr>
            </a:lvl9pPr>
          </a:lstStyle>
          <a:p/>
        </p:txBody>
      </p:sp>
      <p:pic>
        <p:nvPicPr>
          <p:cNvPr id="60" name="Google Shape;60;p24"/>
          <p:cNvPicPr preferRelativeResize="0"/>
          <p:nvPr/>
        </p:nvPicPr>
        <p:blipFill rotWithShape="1">
          <a:blip r:embed="rId3">
            <a:alphaModFix/>
          </a:blip>
          <a:srcRect b="0" l="0" r="0" t="29770"/>
          <a:stretch/>
        </p:blipFill>
        <p:spPr>
          <a:xfrm>
            <a:off x="0" y="1"/>
            <a:ext cx="9144003" cy="263400"/>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1" name="Shape 61"/>
        <p:cNvGrpSpPr/>
        <p:nvPr/>
      </p:nvGrpSpPr>
      <p:grpSpPr>
        <a:xfrm>
          <a:off x="0" y="0"/>
          <a:ext cx="0" cy="0"/>
          <a:chOff x="0" y="0"/>
          <a:chExt cx="0" cy="0"/>
        </a:xfrm>
      </p:grpSpPr>
      <p:pic>
        <p:nvPicPr>
          <p:cNvPr id="62" name="Google Shape;62;p25"/>
          <p:cNvPicPr preferRelativeResize="0"/>
          <p:nvPr/>
        </p:nvPicPr>
        <p:blipFill rotWithShape="1">
          <a:blip r:embed="rId2">
            <a:alphaModFix/>
          </a:blip>
          <a:srcRect b="0" l="0" r="0" t="0"/>
          <a:stretch/>
        </p:blipFill>
        <p:spPr>
          <a:xfrm>
            <a:off x="3965" y="0"/>
            <a:ext cx="9136072" cy="5143501"/>
          </a:xfrm>
          <a:prstGeom prst="rect">
            <a:avLst/>
          </a:prstGeom>
          <a:noFill/>
          <a:ln>
            <a:noFill/>
          </a:ln>
        </p:spPr>
      </p:pic>
      <p:sp>
        <p:nvSpPr>
          <p:cNvPr id="63" name="Google Shape;63;p25"/>
          <p:cNvSpPr txBox="1"/>
          <p:nvPr>
            <p:ph hasCustomPrompt="1" type="title"/>
          </p:nvPr>
        </p:nvSpPr>
        <p:spPr>
          <a:xfrm>
            <a:off x="311700" y="606575"/>
            <a:ext cx="8520600" cy="16710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rgbClr val="57068C"/>
              </a:buClr>
              <a:buSzPts val="13000"/>
              <a:buNone/>
              <a:defRPr sz="13000">
                <a:solidFill>
                  <a:srgbClr val="57068C"/>
                </a:solidFill>
              </a:defRPr>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64" name="Google Shape;64;p25"/>
          <p:cNvSpPr txBox="1"/>
          <p:nvPr>
            <p:ph idx="1" type="body"/>
          </p:nvPr>
        </p:nvSpPr>
        <p:spPr>
          <a:xfrm>
            <a:off x="3007950" y="3094875"/>
            <a:ext cx="3128100" cy="1186800"/>
          </a:xfrm>
          <a:prstGeom prst="rect">
            <a:avLst/>
          </a:prstGeom>
          <a:noFill/>
          <a:ln>
            <a:noFill/>
          </a:ln>
        </p:spPr>
        <p:txBody>
          <a:bodyPr anchorCtr="0" anchor="t" bIns="91425" lIns="91425" spcFirstLastPara="1" rIns="91425" wrap="square" tIns="91425">
            <a:noAutofit/>
          </a:bodyPr>
          <a:lstStyle>
            <a:lvl1pPr indent="-298450" lvl="0" marL="457200" algn="ctr">
              <a:lnSpc>
                <a:spcPct val="115000"/>
              </a:lnSpc>
              <a:spcBef>
                <a:spcPts val="0"/>
              </a:spcBef>
              <a:spcAft>
                <a:spcPts val="0"/>
              </a:spcAft>
              <a:buSzPts val="1100"/>
              <a:buChar char="●"/>
              <a:defRPr sz="1100"/>
            </a:lvl1pPr>
            <a:lvl2pPr indent="-298450" lvl="1" marL="914400" algn="ctr">
              <a:lnSpc>
                <a:spcPct val="115000"/>
              </a:lnSpc>
              <a:spcBef>
                <a:spcPts val="0"/>
              </a:spcBef>
              <a:spcAft>
                <a:spcPts val="0"/>
              </a:spcAft>
              <a:buSzPts val="1100"/>
              <a:buChar char="○"/>
              <a:defRPr sz="1100"/>
            </a:lvl2pPr>
            <a:lvl3pPr indent="-298450" lvl="2" marL="1371600" algn="ctr">
              <a:lnSpc>
                <a:spcPct val="115000"/>
              </a:lnSpc>
              <a:spcBef>
                <a:spcPts val="0"/>
              </a:spcBef>
              <a:spcAft>
                <a:spcPts val="0"/>
              </a:spcAft>
              <a:buSzPts val="1100"/>
              <a:buChar char="■"/>
              <a:defRPr sz="1100"/>
            </a:lvl3pPr>
            <a:lvl4pPr indent="-298450" lvl="3" marL="1828800" algn="ctr">
              <a:lnSpc>
                <a:spcPct val="115000"/>
              </a:lnSpc>
              <a:spcBef>
                <a:spcPts val="0"/>
              </a:spcBef>
              <a:spcAft>
                <a:spcPts val="0"/>
              </a:spcAft>
              <a:buSzPts val="1100"/>
              <a:buChar char="●"/>
              <a:defRPr sz="1100"/>
            </a:lvl4pPr>
            <a:lvl5pPr indent="-298450" lvl="4" marL="2286000" algn="ctr">
              <a:lnSpc>
                <a:spcPct val="115000"/>
              </a:lnSpc>
              <a:spcBef>
                <a:spcPts val="0"/>
              </a:spcBef>
              <a:spcAft>
                <a:spcPts val="0"/>
              </a:spcAft>
              <a:buSzPts val="1100"/>
              <a:buChar char="○"/>
              <a:defRPr sz="1100"/>
            </a:lvl5pPr>
            <a:lvl6pPr indent="-298450" lvl="5" marL="2743200" algn="ctr">
              <a:lnSpc>
                <a:spcPct val="115000"/>
              </a:lnSpc>
              <a:spcBef>
                <a:spcPts val="0"/>
              </a:spcBef>
              <a:spcAft>
                <a:spcPts val="0"/>
              </a:spcAft>
              <a:buSzPts val="1100"/>
              <a:buChar char="■"/>
              <a:defRPr sz="1100"/>
            </a:lvl6pPr>
            <a:lvl7pPr indent="-298450" lvl="6" marL="3200400" algn="ctr">
              <a:lnSpc>
                <a:spcPct val="115000"/>
              </a:lnSpc>
              <a:spcBef>
                <a:spcPts val="0"/>
              </a:spcBef>
              <a:spcAft>
                <a:spcPts val="0"/>
              </a:spcAft>
              <a:buSzPts val="1100"/>
              <a:buChar char="●"/>
              <a:defRPr sz="1100"/>
            </a:lvl7pPr>
            <a:lvl8pPr indent="-298450" lvl="7" marL="3657600" algn="ctr">
              <a:lnSpc>
                <a:spcPct val="115000"/>
              </a:lnSpc>
              <a:spcBef>
                <a:spcPts val="0"/>
              </a:spcBef>
              <a:spcAft>
                <a:spcPts val="0"/>
              </a:spcAft>
              <a:buSzPts val="1100"/>
              <a:buChar char="○"/>
              <a:defRPr sz="1100"/>
            </a:lvl8pPr>
            <a:lvl9pPr indent="-298450" lvl="8" marL="4114800" algn="ctr">
              <a:lnSpc>
                <a:spcPct val="115000"/>
              </a:lnSpc>
              <a:spcBef>
                <a:spcPts val="0"/>
              </a:spcBef>
              <a:spcAft>
                <a:spcPts val="0"/>
              </a:spcAft>
              <a:buSzPts val="1100"/>
              <a:buChar char="■"/>
              <a:defRPr sz="1100"/>
            </a:lvl9pPr>
          </a:lstStyle>
          <a:p/>
        </p:txBody>
      </p:sp>
      <p:pic>
        <p:nvPicPr>
          <p:cNvPr descr=" " id="65" name="Google Shape;65;p25"/>
          <p:cNvPicPr preferRelativeResize="0"/>
          <p:nvPr/>
        </p:nvPicPr>
        <p:blipFill rotWithShape="1">
          <a:blip r:embed="rId3">
            <a:alphaModFix/>
          </a:blip>
          <a:srcRect b="0" l="0" r="0" t="0"/>
          <a:stretch/>
        </p:blipFill>
        <p:spPr>
          <a:xfrm>
            <a:off x="407175" y="4539121"/>
            <a:ext cx="776077" cy="263400"/>
          </a:xfrm>
          <a:prstGeom prst="rect">
            <a:avLst/>
          </a:prstGeom>
          <a:noFill/>
          <a:ln>
            <a:noFill/>
          </a:ln>
        </p:spPr>
      </p:pic>
      <p:sp>
        <p:nvSpPr>
          <p:cNvPr id="66" name="Google Shape;66;p25"/>
          <p:cNvSpPr txBox="1"/>
          <p:nvPr/>
        </p:nvSpPr>
        <p:spPr>
          <a:xfrm>
            <a:off x="4619925" y="4517225"/>
            <a:ext cx="4192800" cy="3072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700"/>
              <a:buFont typeface="Arial"/>
              <a:buNone/>
            </a:pPr>
            <a:fld id="{00000000-1234-1234-1234-123412341234}" type="slidenum">
              <a:rPr b="1" i="0" lang="en" sz="700" u="none" cap="none" strike="noStrike">
                <a:solidFill>
                  <a:schemeClr val="accent2"/>
                </a:solidFill>
                <a:latin typeface="Montserrat"/>
                <a:ea typeface="Montserrat"/>
                <a:cs typeface="Montserrat"/>
                <a:sym typeface="Montserrat"/>
              </a:rPr>
              <a:t>‹#›</a:t>
            </a:fld>
            <a:endParaRPr b="1" i="0" sz="700" u="none" cap="none" strike="noStrike">
              <a:solidFill>
                <a:schemeClr val="accent2"/>
              </a:solidFill>
              <a:latin typeface="Montserrat"/>
              <a:ea typeface="Montserrat"/>
              <a:cs typeface="Montserrat"/>
              <a:sym typeface="Montserrat"/>
            </a:endParaRPr>
          </a:p>
        </p:txBody>
      </p:sp>
      <p:sp>
        <p:nvSpPr>
          <p:cNvPr id="67" name="Google Shape;67;p25"/>
          <p:cNvSpPr txBox="1"/>
          <p:nvPr>
            <p:ph idx="2" type="subTitle"/>
          </p:nvPr>
        </p:nvSpPr>
        <p:spPr>
          <a:xfrm>
            <a:off x="1429500" y="2353776"/>
            <a:ext cx="6285000" cy="4638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1800"/>
              <a:buNone/>
              <a:defRPr b="1" sz="2800">
                <a:solidFill>
                  <a:schemeClr val="accent1"/>
                </a:solidFill>
                <a:latin typeface="Frank Ruhl Libre"/>
                <a:ea typeface="Frank Ruhl Libre"/>
                <a:cs typeface="Frank Ruhl Libre"/>
                <a:sym typeface="Frank Ruhl Libre"/>
              </a:defRPr>
            </a:lvl1pPr>
            <a:lvl2pPr lvl="1" algn="l">
              <a:lnSpc>
                <a:spcPct val="115000"/>
              </a:lnSpc>
              <a:spcBef>
                <a:spcPts val="1600"/>
              </a:spcBef>
              <a:spcAft>
                <a:spcPts val="0"/>
              </a:spcAft>
              <a:buSzPts val="1400"/>
              <a:buNone/>
              <a:defRPr/>
            </a:lvl2pPr>
            <a:lvl3pPr lvl="2" algn="l">
              <a:lnSpc>
                <a:spcPct val="115000"/>
              </a:lnSpc>
              <a:spcBef>
                <a:spcPts val="1600"/>
              </a:spcBef>
              <a:spcAft>
                <a:spcPts val="0"/>
              </a:spcAft>
              <a:buSzPts val="1400"/>
              <a:buNone/>
              <a:defRPr/>
            </a:lvl3pPr>
            <a:lvl4pPr lvl="3" algn="l">
              <a:lnSpc>
                <a:spcPct val="115000"/>
              </a:lnSpc>
              <a:spcBef>
                <a:spcPts val="1600"/>
              </a:spcBef>
              <a:spcAft>
                <a:spcPts val="0"/>
              </a:spcAft>
              <a:buSzPts val="1400"/>
              <a:buNone/>
              <a:defRPr/>
            </a:lvl4pPr>
            <a:lvl5pPr lvl="4" algn="l">
              <a:lnSpc>
                <a:spcPct val="115000"/>
              </a:lnSpc>
              <a:spcBef>
                <a:spcPts val="1600"/>
              </a:spcBef>
              <a:spcAft>
                <a:spcPts val="0"/>
              </a:spcAft>
              <a:buSzPts val="14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st">
  <p:cSld name="CUSTOM_1">
    <p:spTree>
      <p:nvGrpSpPr>
        <p:cNvPr id="68" name="Shape 68"/>
        <p:cNvGrpSpPr/>
        <p:nvPr/>
      </p:nvGrpSpPr>
      <p:grpSpPr>
        <a:xfrm>
          <a:off x="0" y="0"/>
          <a:ext cx="0" cy="0"/>
          <a:chOff x="0" y="0"/>
          <a:chExt cx="0" cy="0"/>
        </a:xfrm>
      </p:grpSpPr>
      <p:pic>
        <p:nvPicPr>
          <p:cNvPr descr=" " id="69" name="Google Shape;69;p26"/>
          <p:cNvPicPr preferRelativeResize="0"/>
          <p:nvPr/>
        </p:nvPicPr>
        <p:blipFill rotWithShape="1">
          <a:blip r:embed="rId2">
            <a:alphaModFix/>
          </a:blip>
          <a:srcRect b="0" l="0" r="0" t="0"/>
          <a:stretch/>
        </p:blipFill>
        <p:spPr>
          <a:xfrm>
            <a:off x="407175" y="4539121"/>
            <a:ext cx="776077" cy="263400"/>
          </a:xfrm>
          <a:prstGeom prst="rect">
            <a:avLst/>
          </a:prstGeom>
          <a:noFill/>
          <a:ln>
            <a:noFill/>
          </a:ln>
        </p:spPr>
      </p:pic>
      <p:sp>
        <p:nvSpPr>
          <p:cNvPr id="70" name="Google Shape;70;p26"/>
          <p:cNvSpPr txBox="1"/>
          <p:nvPr/>
        </p:nvSpPr>
        <p:spPr>
          <a:xfrm>
            <a:off x="4619925" y="4517225"/>
            <a:ext cx="4192800" cy="3072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700"/>
              <a:buFont typeface="Arial"/>
              <a:buNone/>
            </a:pPr>
            <a:fld id="{00000000-1234-1234-1234-123412341234}" type="slidenum">
              <a:rPr b="1" i="0" lang="en" sz="700" u="none" cap="none" strike="noStrike">
                <a:solidFill>
                  <a:schemeClr val="accent2"/>
                </a:solidFill>
                <a:latin typeface="Montserrat"/>
                <a:ea typeface="Montserrat"/>
                <a:cs typeface="Montserrat"/>
                <a:sym typeface="Montserrat"/>
              </a:rPr>
              <a:t>‹#›</a:t>
            </a:fld>
            <a:endParaRPr b="1" i="0" sz="700" u="none" cap="none" strike="noStrike">
              <a:solidFill>
                <a:schemeClr val="accent2"/>
              </a:solidFill>
              <a:latin typeface="Montserrat"/>
              <a:ea typeface="Montserrat"/>
              <a:cs typeface="Montserrat"/>
              <a:sym typeface="Montserrat"/>
            </a:endParaRPr>
          </a:p>
        </p:txBody>
      </p:sp>
      <p:sp>
        <p:nvSpPr>
          <p:cNvPr id="71" name="Google Shape;71;p26"/>
          <p:cNvSpPr txBox="1"/>
          <p:nvPr>
            <p:ph type="title"/>
          </p:nvPr>
        </p:nvSpPr>
        <p:spPr>
          <a:xfrm>
            <a:off x="311700" y="587975"/>
            <a:ext cx="3610800" cy="891600"/>
          </a:xfrm>
          <a:prstGeom prst="rect">
            <a:avLst/>
          </a:prstGeom>
          <a:noFill/>
          <a:ln>
            <a:noFill/>
          </a:ln>
        </p:spPr>
        <p:txBody>
          <a:bodyPr anchorCtr="0" anchor="t" bIns="91425" lIns="91425" spcFirstLastPara="1" rIns="91425" wrap="square" tIns="91425">
            <a:noAutofit/>
          </a:bodyPr>
          <a:lstStyle>
            <a:lvl1pPr lvl="0" algn="l">
              <a:lnSpc>
                <a:spcPct val="80000"/>
              </a:lnSpc>
              <a:spcBef>
                <a:spcPts val="0"/>
              </a:spcBef>
              <a:spcAft>
                <a:spcPts val="0"/>
              </a:spcAft>
              <a:buClr>
                <a:srgbClr val="57068C"/>
              </a:buClr>
              <a:buSzPts val="4000"/>
              <a:buNone/>
              <a:defRPr sz="4000">
                <a:solidFill>
                  <a:srgbClr val="57068C"/>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72" name="Google Shape;72;p26"/>
          <p:cNvSpPr txBox="1"/>
          <p:nvPr>
            <p:ph idx="1" type="body"/>
          </p:nvPr>
        </p:nvSpPr>
        <p:spPr>
          <a:xfrm>
            <a:off x="311700" y="1836175"/>
            <a:ext cx="3610800" cy="2439600"/>
          </a:xfrm>
          <a:prstGeom prst="rect">
            <a:avLst/>
          </a:prstGeom>
          <a:noFill/>
          <a:ln>
            <a:noFill/>
          </a:ln>
        </p:spPr>
        <p:txBody>
          <a:bodyPr anchorCtr="0" anchor="t" bIns="91425" lIns="91425" spcFirstLastPara="1" rIns="91425" wrap="square" tIns="91425">
            <a:noAutofit/>
          </a:bodyPr>
          <a:lstStyle>
            <a:lvl1pPr indent="-317500" lvl="0" marL="457200" algn="l">
              <a:lnSpc>
                <a:spcPct val="125000"/>
              </a:lnSpc>
              <a:spcBef>
                <a:spcPts val="0"/>
              </a:spcBef>
              <a:spcAft>
                <a:spcPts val="0"/>
              </a:spcAft>
              <a:buSzPts val="1400"/>
              <a:buChar char="●"/>
              <a:defRPr sz="1400"/>
            </a:lvl1pPr>
            <a:lvl2pPr indent="-317500" lvl="1" marL="914400" algn="l">
              <a:lnSpc>
                <a:spcPct val="125000"/>
              </a:lnSpc>
              <a:spcBef>
                <a:spcPts val="800"/>
              </a:spcBef>
              <a:spcAft>
                <a:spcPts val="0"/>
              </a:spcAft>
              <a:buSzPts val="1400"/>
              <a:buChar char="○"/>
              <a:defRPr/>
            </a:lvl2pPr>
            <a:lvl3pPr indent="-317500" lvl="2" marL="1371600" algn="l">
              <a:lnSpc>
                <a:spcPct val="125000"/>
              </a:lnSpc>
              <a:spcBef>
                <a:spcPts val="800"/>
              </a:spcBef>
              <a:spcAft>
                <a:spcPts val="0"/>
              </a:spcAft>
              <a:buSzPts val="1400"/>
              <a:buChar char="■"/>
              <a:defRPr/>
            </a:lvl3pPr>
            <a:lvl4pPr indent="-317500" lvl="3" marL="1828800" algn="l">
              <a:lnSpc>
                <a:spcPct val="125000"/>
              </a:lnSpc>
              <a:spcBef>
                <a:spcPts val="800"/>
              </a:spcBef>
              <a:spcAft>
                <a:spcPts val="0"/>
              </a:spcAft>
              <a:buSzPts val="1400"/>
              <a:buChar char="●"/>
              <a:defRPr/>
            </a:lvl4pPr>
            <a:lvl5pPr indent="-317500" lvl="4" marL="2286000" algn="l">
              <a:lnSpc>
                <a:spcPct val="125000"/>
              </a:lnSpc>
              <a:spcBef>
                <a:spcPts val="800"/>
              </a:spcBef>
              <a:spcAft>
                <a:spcPts val="0"/>
              </a:spcAft>
              <a:buSzPts val="1400"/>
              <a:buChar char="○"/>
              <a:defRPr/>
            </a:lvl5pPr>
            <a:lvl6pPr indent="-317500" lvl="5" marL="2743200" algn="l">
              <a:lnSpc>
                <a:spcPct val="125000"/>
              </a:lnSpc>
              <a:spcBef>
                <a:spcPts val="800"/>
              </a:spcBef>
              <a:spcAft>
                <a:spcPts val="0"/>
              </a:spcAft>
              <a:buSzPts val="1400"/>
              <a:buChar char="■"/>
              <a:defRPr/>
            </a:lvl6pPr>
            <a:lvl7pPr indent="-317500" lvl="6" marL="3200400" algn="l">
              <a:lnSpc>
                <a:spcPct val="125000"/>
              </a:lnSpc>
              <a:spcBef>
                <a:spcPts val="800"/>
              </a:spcBef>
              <a:spcAft>
                <a:spcPts val="0"/>
              </a:spcAft>
              <a:buSzPts val="1400"/>
              <a:buChar char="●"/>
              <a:defRPr/>
            </a:lvl7pPr>
            <a:lvl8pPr indent="-317500" lvl="7" marL="3657600" algn="l">
              <a:lnSpc>
                <a:spcPct val="125000"/>
              </a:lnSpc>
              <a:spcBef>
                <a:spcPts val="800"/>
              </a:spcBef>
              <a:spcAft>
                <a:spcPts val="0"/>
              </a:spcAft>
              <a:buSzPts val="1400"/>
              <a:buChar char="○"/>
              <a:defRPr/>
            </a:lvl8pPr>
            <a:lvl9pPr indent="-317500" lvl="8" marL="4114800" algn="l">
              <a:lnSpc>
                <a:spcPct val="125000"/>
              </a:lnSpc>
              <a:spcBef>
                <a:spcPts val="800"/>
              </a:spcBef>
              <a:spcAft>
                <a:spcPts val="800"/>
              </a:spcAft>
              <a:buSzPts val="1400"/>
              <a:buChar char="■"/>
              <a:defRPr/>
            </a:lvl9pPr>
          </a:lstStyle>
          <a:p/>
        </p:txBody>
      </p:sp>
      <p:sp>
        <p:nvSpPr>
          <p:cNvPr id="73" name="Google Shape;73;p26"/>
          <p:cNvSpPr txBox="1"/>
          <p:nvPr/>
        </p:nvSpPr>
        <p:spPr>
          <a:xfrm>
            <a:off x="5958050" y="683000"/>
            <a:ext cx="2778600" cy="1096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Montserrat"/>
              <a:ea typeface="Montserrat"/>
              <a:cs typeface="Montserrat"/>
              <a:sym typeface="Montserrat"/>
            </a:endParaRPr>
          </a:p>
        </p:txBody>
      </p:sp>
      <p:sp>
        <p:nvSpPr>
          <p:cNvPr id="74" name="Google Shape;74;p26"/>
          <p:cNvSpPr txBox="1"/>
          <p:nvPr>
            <p:ph idx="2" type="body"/>
          </p:nvPr>
        </p:nvSpPr>
        <p:spPr>
          <a:xfrm>
            <a:off x="5824575" y="683050"/>
            <a:ext cx="2911800" cy="1096800"/>
          </a:xfrm>
          <a:prstGeom prst="rect">
            <a:avLst/>
          </a:prstGeom>
          <a:noFill/>
          <a:ln>
            <a:noFill/>
          </a:ln>
        </p:spPr>
        <p:txBody>
          <a:bodyPr anchorCtr="0" anchor="ctr" bIns="91425" lIns="91425" spcFirstLastPara="1" rIns="91425" wrap="square" tIns="91425">
            <a:noAutofit/>
          </a:bodyPr>
          <a:lstStyle>
            <a:lvl1pPr indent="-292100" lvl="0" marL="457200" algn="l">
              <a:lnSpc>
                <a:spcPct val="115000"/>
              </a:lnSpc>
              <a:spcBef>
                <a:spcPts val="0"/>
              </a:spcBef>
              <a:spcAft>
                <a:spcPts val="0"/>
              </a:spcAft>
              <a:buSzPts val="1000"/>
              <a:buChar char="●"/>
              <a:defRPr sz="1000"/>
            </a:lvl1pPr>
            <a:lvl2pPr indent="-292100" lvl="1" marL="914400" algn="l">
              <a:lnSpc>
                <a:spcPct val="115000"/>
              </a:lnSpc>
              <a:spcBef>
                <a:spcPts val="600"/>
              </a:spcBef>
              <a:spcAft>
                <a:spcPts val="0"/>
              </a:spcAft>
              <a:buSzPts val="1000"/>
              <a:buChar char="○"/>
              <a:defRPr sz="1000"/>
            </a:lvl2pPr>
            <a:lvl3pPr indent="-292100" lvl="2" marL="1371600" algn="l">
              <a:lnSpc>
                <a:spcPct val="115000"/>
              </a:lnSpc>
              <a:spcBef>
                <a:spcPts val="600"/>
              </a:spcBef>
              <a:spcAft>
                <a:spcPts val="0"/>
              </a:spcAft>
              <a:buSzPts val="1000"/>
              <a:buChar char="■"/>
              <a:defRPr sz="1000"/>
            </a:lvl3pPr>
            <a:lvl4pPr indent="-292100" lvl="3" marL="1828800" algn="l">
              <a:lnSpc>
                <a:spcPct val="115000"/>
              </a:lnSpc>
              <a:spcBef>
                <a:spcPts val="600"/>
              </a:spcBef>
              <a:spcAft>
                <a:spcPts val="0"/>
              </a:spcAft>
              <a:buSzPts val="1000"/>
              <a:buChar char="●"/>
              <a:defRPr sz="1000"/>
            </a:lvl4pPr>
            <a:lvl5pPr indent="-292100" lvl="4" marL="2286000" algn="l">
              <a:lnSpc>
                <a:spcPct val="115000"/>
              </a:lnSpc>
              <a:spcBef>
                <a:spcPts val="600"/>
              </a:spcBef>
              <a:spcAft>
                <a:spcPts val="0"/>
              </a:spcAft>
              <a:buSzPts val="1000"/>
              <a:buChar char="○"/>
              <a:defRPr sz="1000"/>
            </a:lvl5pPr>
            <a:lvl6pPr indent="-292100" lvl="5" marL="2743200" algn="l">
              <a:lnSpc>
                <a:spcPct val="115000"/>
              </a:lnSpc>
              <a:spcBef>
                <a:spcPts val="600"/>
              </a:spcBef>
              <a:spcAft>
                <a:spcPts val="0"/>
              </a:spcAft>
              <a:buSzPts val="1000"/>
              <a:buChar char="■"/>
              <a:defRPr sz="1000"/>
            </a:lvl6pPr>
            <a:lvl7pPr indent="-292100" lvl="6" marL="3200400" algn="l">
              <a:lnSpc>
                <a:spcPct val="115000"/>
              </a:lnSpc>
              <a:spcBef>
                <a:spcPts val="600"/>
              </a:spcBef>
              <a:spcAft>
                <a:spcPts val="0"/>
              </a:spcAft>
              <a:buSzPts val="1000"/>
              <a:buChar char="●"/>
              <a:defRPr sz="1000"/>
            </a:lvl7pPr>
            <a:lvl8pPr indent="-292100" lvl="7" marL="3657600" algn="l">
              <a:lnSpc>
                <a:spcPct val="115000"/>
              </a:lnSpc>
              <a:spcBef>
                <a:spcPts val="600"/>
              </a:spcBef>
              <a:spcAft>
                <a:spcPts val="0"/>
              </a:spcAft>
              <a:buSzPts val="1000"/>
              <a:buChar char="○"/>
              <a:defRPr sz="1000"/>
            </a:lvl8pPr>
            <a:lvl9pPr indent="-292100" lvl="8" marL="4114800" algn="l">
              <a:lnSpc>
                <a:spcPct val="115000"/>
              </a:lnSpc>
              <a:spcBef>
                <a:spcPts val="600"/>
              </a:spcBef>
              <a:spcAft>
                <a:spcPts val="600"/>
              </a:spcAft>
              <a:buSzPts val="1000"/>
              <a:buChar char="■"/>
              <a:defRPr sz="1000"/>
            </a:lvl9pPr>
          </a:lstStyle>
          <a:p/>
        </p:txBody>
      </p:sp>
      <p:sp>
        <p:nvSpPr>
          <p:cNvPr id="75" name="Google Shape;75;p26"/>
          <p:cNvSpPr txBox="1"/>
          <p:nvPr>
            <p:ph idx="3" type="body"/>
          </p:nvPr>
        </p:nvSpPr>
        <p:spPr>
          <a:xfrm>
            <a:off x="5824575" y="1931875"/>
            <a:ext cx="2911800" cy="1096800"/>
          </a:xfrm>
          <a:prstGeom prst="rect">
            <a:avLst/>
          </a:prstGeom>
          <a:noFill/>
          <a:ln>
            <a:noFill/>
          </a:ln>
        </p:spPr>
        <p:txBody>
          <a:bodyPr anchorCtr="0" anchor="ctr" bIns="91425" lIns="91425" spcFirstLastPara="1" rIns="91425" wrap="square" tIns="91425">
            <a:noAutofit/>
          </a:bodyPr>
          <a:lstStyle>
            <a:lvl1pPr indent="-292100" lvl="0" marL="457200" algn="l">
              <a:lnSpc>
                <a:spcPct val="115000"/>
              </a:lnSpc>
              <a:spcBef>
                <a:spcPts val="0"/>
              </a:spcBef>
              <a:spcAft>
                <a:spcPts val="0"/>
              </a:spcAft>
              <a:buSzPts val="1000"/>
              <a:buChar char="●"/>
              <a:defRPr sz="1000"/>
            </a:lvl1pPr>
            <a:lvl2pPr indent="-292100" lvl="1" marL="914400" algn="l">
              <a:lnSpc>
                <a:spcPct val="115000"/>
              </a:lnSpc>
              <a:spcBef>
                <a:spcPts val="600"/>
              </a:spcBef>
              <a:spcAft>
                <a:spcPts val="0"/>
              </a:spcAft>
              <a:buSzPts val="1000"/>
              <a:buChar char="○"/>
              <a:defRPr sz="1000"/>
            </a:lvl2pPr>
            <a:lvl3pPr indent="-292100" lvl="2" marL="1371600" algn="l">
              <a:lnSpc>
                <a:spcPct val="115000"/>
              </a:lnSpc>
              <a:spcBef>
                <a:spcPts val="600"/>
              </a:spcBef>
              <a:spcAft>
                <a:spcPts val="0"/>
              </a:spcAft>
              <a:buSzPts val="1000"/>
              <a:buChar char="■"/>
              <a:defRPr sz="1000"/>
            </a:lvl3pPr>
            <a:lvl4pPr indent="-292100" lvl="3" marL="1828800" algn="l">
              <a:lnSpc>
                <a:spcPct val="115000"/>
              </a:lnSpc>
              <a:spcBef>
                <a:spcPts val="600"/>
              </a:spcBef>
              <a:spcAft>
                <a:spcPts val="0"/>
              </a:spcAft>
              <a:buSzPts val="1000"/>
              <a:buChar char="●"/>
              <a:defRPr sz="1000"/>
            </a:lvl4pPr>
            <a:lvl5pPr indent="-292100" lvl="4" marL="2286000" algn="l">
              <a:lnSpc>
                <a:spcPct val="115000"/>
              </a:lnSpc>
              <a:spcBef>
                <a:spcPts val="600"/>
              </a:spcBef>
              <a:spcAft>
                <a:spcPts val="0"/>
              </a:spcAft>
              <a:buSzPts val="1000"/>
              <a:buChar char="○"/>
              <a:defRPr sz="1000"/>
            </a:lvl5pPr>
            <a:lvl6pPr indent="-292100" lvl="5" marL="2743200" algn="l">
              <a:lnSpc>
                <a:spcPct val="115000"/>
              </a:lnSpc>
              <a:spcBef>
                <a:spcPts val="600"/>
              </a:spcBef>
              <a:spcAft>
                <a:spcPts val="0"/>
              </a:spcAft>
              <a:buSzPts val="1000"/>
              <a:buChar char="■"/>
              <a:defRPr sz="1000"/>
            </a:lvl6pPr>
            <a:lvl7pPr indent="-292100" lvl="6" marL="3200400" algn="l">
              <a:lnSpc>
                <a:spcPct val="115000"/>
              </a:lnSpc>
              <a:spcBef>
                <a:spcPts val="600"/>
              </a:spcBef>
              <a:spcAft>
                <a:spcPts val="0"/>
              </a:spcAft>
              <a:buSzPts val="1000"/>
              <a:buChar char="●"/>
              <a:defRPr sz="1000"/>
            </a:lvl7pPr>
            <a:lvl8pPr indent="-292100" lvl="7" marL="3657600" algn="l">
              <a:lnSpc>
                <a:spcPct val="115000"/>
              </a:lnSpc>
              <a:spcBef>
                <a:spcPts val="600"/>
              </a:spcBef>
              <a:spcAft>
                <a:spcPts val="0"/>
              </a:spcAft>
              <a:buSzPts val="1000"/>
              <a:buChar char="○"/>
              <a:defRPr sz="1000"/>
            </a:lvl8pPr>
            <a:lvl9pPr indent="-292100" lvl="8" marL="4114800" algn="l">
              <a:lnSpc>
                <a:spcPct val="115000"/>
              </a:lnSpc>
              <a:spcBef>
                <a:spcPts val="600"/>
              </a:spcBef>
              <a:spcAft>
                <a:spcPts val="600"/>
              </a:spcAft>
              <a:buSzPts val="1000"/>
              <a:buChar char="■"/>
              <a:defRPr sz="1000"/>
            </a:lvl9pPr>
          </a:lstStyle>
          <a:p/>
        </p:txBody>
      </p:sp>
      <p:sp>
        <p:nvSpPr>
          <p:cNvPr id="76" name="Google Shape;76;p26"/>
          <p:cNvSpPr txBox="1"/>
          <p:nvPr>
            <p:ph idx="4" type="body"/>
          </p:nvPr>
        </p:nvSpPr>
        <p:spPr>
          <a:xfrm>
            <a:off x="5824575" y="3180700"/>
            <a:ext cx="2911800" cy="1096800"/>
          </a:xfrm>
          <a:prstGeom prst="rect">
            <a:avLst/>
          </a:prstGeom>
          <a:noFill/>
          <a:ln>
            <a:noFill/>
          </a:ln>
        </p:spPr>
        <p:txBody>
          <a:bodyPr anchorCtr="0" anchor="ctr" bIns="91425" lIns="91425" spcFirstLastPara="1" rIns="91425" wrap="square" tIns="91425">
            <a:noAutofit/>
          </a:bodyPr>
          <a:lstStyle>
            <a:lvl1pPr indent="-292100" lvl="0" marL="457200" algn="l">
              <a:lnSpc>
                <a:spcPct val="115000"/>
              </a:lnSpc>
              <a:spcBef>
                <a:spcPts val="0"/>
              </a:spcBef>
              <a:spcAft>
                <a:spcPts val="0"/>
              </a:spcAft>
              <a:buSzPts val="1000"/>
              <a:buChar char="●"/>
              <a:defRPr sz="1000"/>
            </a:lvl1pPr>
            <a:lvl2pPr indent="-292100" lvl="1" marL="914400" algn="l">
              <a:lnSpc>
                <a:spcPct val="115000"/>
              </a:lnSpc>
              <a:spcBef>
                <a:spcPts val="600"/>
              </a:spcBef>
              <a:spcAft>
                <a:spcPts val="0"/>
              </a:spcAft>
              <a:buSzPts val="1000"/>
              <a:buChar char="○"/>
              <a:defRPr sz="1000"/>
            </a:lvl2pPr>
            <a:lvl3pPr indent="-292100" lvl="2" marL="1371600" algn="l">
              <a:lnSpc>
                <a:spcPct val="115000"/>
              </a:lnSpc>
              <a:spcBef>
                <a:spcPts val="600"/>
              </a:spcBef>
              <a:spcAft>
                <a:spcPts val="0"/>
              </a:spcAft>
              <a:buSzPts val="1000"/>
              <a:buChar char="■"/>
              <a:defRPr sz="1000"/>
            </a:lvl3pPr>
            <a:lvl4pPr indent="-292100" lvl="3" marL="1828800" algn="l">
              <a:lnSpc>
                <a:spcPct val="115000"/>
              </a:lnSpc>
              <a:spcBef>
                <a:spcPts val="600"/>
              </a:spcBef>
              <a:spcAft>
                <a:spcPts val="0"/>
              </a:spcAft>
              <a:buSzPts val="1000"/>
              <a:buChar char="●"/>
              <a:defRPr sz="1000"/>
            </a:lvl4pPr>
            <a:lvl5pPr indent="-292100" lvl="4" marL="2286000" algn="l">
              <a:lnSpc>
                <a:spcPct val="115000"/>
              </a:lnSpc>
              <a:spcBef>
                <a:spcPts val="600"/>
              </a:spcBef>
              <a:spcAft>
                <a:spcPts val="0"/>
              </a:spcAft>
              <a:buSzPts val="1000"/>
              <a:buChar char="○"/>
              <a:defRPr sz="1000"/>
            </a:lvl5pPr>
            <a:lvl6pPr indent="-292100" lvl="5" marL="2743200" algn="l">
              <a:lnSpc>
                <a:spcPct val="115000"/>
              </a:lnSpc>
              <a:spcBef>
                <a:spcPts val="600"/>
              </a:spcBef>
              <a:spcAft>
                <a:spcPts val="0"/>
              </a:spcAft>
              <a:buSzPts val="1000"/>
              <a:buChar char="■"/>
              <a:defRPr sz="1000"/>
            </a:lvl6pPr>
            <a:lvl7pPr indent="-292100" lvl="6" marL="3200400" algn="l">
              <a:lnSpc>
                <a:spcPct val="115000"/>
              </a:lnSpc>
              <a:spcBef>
                <a:spcPts val="600"/>
              </a:spcBef>
              <a:spcAft>
                <a:spcPts val="0"/>
              </a:spcAft>
              <a:buSzPts val="1000"/>
              <a:buChar char="●"/>
              <a:defRPr sz="1000"/>
            </a:lvl7pPr>
            <a:lvl8pPr indent="-292100" lvl="7" marL="3657600" algn="l">
              <a:lnSpc>
                <a:spcPct val="115000"/>
              </a:lnSpc>
              <a:spcBef>
                <a:spcPts val="600"/>
              </a:spcBef>
              <a:spcAft>
                <a:spcPts val="0"/>
              </a:spcAft>
              <a:buSzPts val="1000"/>
              <a:buChar char="○"/>
              <a:defRPr sz="1000"/>
            </a:lvl8pPr>
            <a:lvl9pPr indent="-292100" lvl="8" marL="4114800" algn="l">
              <a:lnSpc>
                <a:spcPct val="115000"/>
              </a:lnSpc>
              <a:spcBef>
                <a:spcPts val="600"/>
              </a:spcBef>
              <a:spcAft>
                <a:spcPts val="600"/>
              </a:spcAft>
              <a:buSzPts val="1000"/>
              <a:buChar char="■"/>
              <a:defRPr sz="1000"/>
            </a:lvl9pPr>
          </a:lstStyle>
          <a:p/>
        </p:txBody>
      </p:sp>
      <p:pic>
        <p:nvPicPr>
          <p:cNvPr id="77" name="Google Shape;77;p26"/>
          <p:cNvPicPr preferRelativeResize="0"/>
          <p:nvPr/>
        </p:nvPicPr>
        <p:blipFill rotWithShape="1">
          <a:blip r:embed="rId3">
            <a:alphaModFix/>
          </a:blip>
          <a:srcRect b="0" l="0" r="0" t="29770"/>
          <a:stretch/>
        </p:blipFill>
        <p:spPr>
          <a:xfrm>
            <a:off x="0" y="1"/>
            <a:ext cx="9144003" cy="263400"/>
          </a:xfrm>
          <a:prstGeom prst="rect">
            <a:avLst/>
          </a:prstGeom>
          <a:noFill/>
          <a:ln>
            <a:noFill/>
          </a:ln>
        </p:spPr>
      </p:pic>
    </p:spTree>
  </p:cSld>
  <p:clrMapOvr>
    <a:masterClrMapping/>
  </p:clrMapOvr>
  <p:extLst>
    <p:ext uri="{DCECCB84-F9BA-43D5-87BE-67443E8EF086}">
      <p15:sldGuideLst>
        <p15:guide id="1" pos="2880">
          <p15:clr>
            <a:srgbClr val="FA7B17"/>
          </p15:clr>
        </p15:guide>
        <p15:guide id="2" orient="horz" pos="432">
          <p15:clr>
            <a:srgbClr val="FA7B17"/>
          </p15:clr>
        </p15:guide>
      </p15:sldGuideLst>
    </p:ext>
  </p:extLs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1">
  <p:cSld name="CUSTOM_2">
    <p:bg>
      <p:bgPr>
        <a:solidFill>
          <a:srgbClr val="220337"/>
        </a:solidFill>
      </p:bgPr>
    </p:bg>
    <p:spTree>
      <p:nvGrpSpPr>
        <p:cNvPr id="78" name="Shape 78"/>
        <p:cNvGrpSpPr/>
        <p:nvPr/>
      </p:nvGrpSpPr>
      <p:grpSpPr>
        <a:xfrm>
          <a:off x="0" y="0"/>
          <a:ext cx="0" cy="0"/>
          <a:chOff x="0" y="0"/>
          <a:chExt cx="0" cy="0"/>
        </a:xfrm>
      </p:grpSpPr>
      <p:pic>
        <p:nvPicPr>
          <p:cNvPr id="79" name="Google Shape;79;p27"/>
          <p:cNvPicPr preferRelativeResize="0"/>
          <p:nvPr/>
        </p:nvPicPr>
        <p:blipFill rotWithShape="1">
          <a:blip r:embed="rId2">
            <a:alphaModFix/>
          </a:blip>
          <a:srcRect b="0" l="0" r="0" t="0"/>
          <a:stretch/>
        </p:blipFill>
        <p:spPr>
          <a:xfrm>
            <a:off x="0" y="0"/>
            <a:ext cx="9144003" cy="5143501"/>
          </a:xfrm>
          <a:prstGeom prst="rect">
            <a:avLst/>
          </a:prstGeom>
          <a:noFill/>
          <a:ln>
            <a:noFill/>
          </a:ln>
        </p:spPr>
      </p:pic>
      <p:pic>
        <p:nvPicPr>
          <p:cNvPr descr=" " id="80" name="Google Shape;80;p27"/>
          <p:cNvPicPr preferRelativeResize="0"/>
          <p:nvPr/>
        </p:nvPicPr>
        <p:blipFill rotWithShape="1">
          <a:blip r:embed="rId3">
            <a:alphaModFix/>
          </a:blip>
          <a:srcRect b="0" l="0" r="0" t="0"/>
          <a:stretch/>
        </p:blipFill>
        <p:spPr>
          <a:xfrm>
            <a:off x="407175" y="4539121"/>
            <a:ext cx="776077" cy="263400"/>
          </a:xfrm>
          <a:prstGeom prst="rect">
            <a:avLst/>
          </a:prstGeom>
          <a:noFill/>
          <a:ln>
            <a:noFill/>
          </a:ln>
        </p:spPr>
      </p:pic>
      <p:sp>
        <p:nvSpPr>
          <p:cNvPr id="81" name="Google Shape;81;p27"/>
          <p:cNvSpPr txBox="1"/>
          <p:nvPr/>
        </p:nvSpPr>
        <p:spPr>
          <a:xfrm>
            <a:off x="4619925" y="4517225"/>
            <a:ext cx="4192800" cy="3072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700"/>
              <a:buFont typeface="Arial"/>
              <a:buNone/>
            </a:pPr>
            <a:fld id="{00000000-1234-1234-1234-123412341234}" type="slidenum">
              <a:rPr b="1" i="0" lang="en" sz="700" u="none" cap="none" strike="noStrike">
                <a:solidFill>
                  <a:srgbClr val="FFFFFF"/>
                </a:solidFill>
                <a:latin typeface="Montserrat"/>
                <a:ea typeface="Montserrat"/>
                <a:cs typeface="Montserrat"/>
                <a:sym typeface="Montserrat"/>
              </a:rPr>
              <a:t>‹#›</a:t>
            </a:fld>
            <a:endParaRPr b="1" i="0" sz="700" u="none" cap="none" strike="noStrike">
              <a:solidFill>
                <a:srgbClr val="FFFFFF"/>
              </a:solidFill>
              <a:latin typeface="Montserrat"/>
              <a:ea typeface="Montserrat"/>
              <a:cs typeface="Montserrat"/>
              <a:sym typeface="Montserrat"/>
            </a:endParaRPr>
          </a:p>
        </p:txBody>
      </p:sp>
      <p:sp>
        <p:nvSpPr>
          <p:cNvPr id="82" name="Google Shape;82;p27"/>
          <p:cNvSpPr txBox="1"/>
          <p:nvPr>
            <p:ph type="title"/>
          </p:nvPr>
        </p:nvSpPr>
        <p:spPr>
          <a:xfrm>
            <a:off x="904850" y="1264532"/>
            <a:ext cx="6710700" cy="1595100"/>
          </a:xfrm>
          <a:prstGeom prst="rect">
            <a:avLst/>
          </a:prstGeom>
          <a:noFill/>
          <a:ln>
            <a:noFill/>
          </a:ln>
        </p:spPr>
        <p:txBody>
          <a:bodyPr anchorCtr="0" anchor="ctr" bIns="91425" lIns="91425" spcFirstLastPara="1" rIns="91425" wrap="square" tIns="91425">
            <a:noAutofit/>
          </a:bodyPr>
          <a:lstStyle>
            <a:lvl1pPr lvl="0" algn="l">
              <a:lnSpc>
                <a:spcPct val="80000"/>
              </a:lnSpc>
              <a:spcBef>
                <a:spcPts val="0"/>
              </a:spcBef>
              <a:spcAft>
                <a:spcPts val="0"/>
              </a:spcAft>
              <a:buSzPts val="3600"/>
              <a:buNone/>
              <a:defRPr sz="6000">
                <a:solidFill>
                  <a:schemeClr val="dk1"/>
                </a:solidFill>
              </a:defRPr>
            </a:lvl1pPr>
            <a:lvl2pPr lvl="1" algn="l">
              <a:lnSpc>
                <a:spcPct val="100000"/>
              </a:lnSpc>
              <a:spcBef>
                <a:spcPts val="0"/>
              </a:spcBef>
              <a:spcAft>
                <a:spcPts val="0"/>
              </a:spcAft>
              <a:buSzPts val="2800"/>
              <a:buNone/>
              <a:defRPr>
                <a:solidFill>
                  <a:srgbClr val="FFFFFF"/>
                </a:solidFill>
              </a:defRPr>
            </a:lvl2pPr>
            <a:lvl3pPr lvl="2" algn="l">
              <a:lnSpc>
                <a:spcPct val="100000"/>
              </a:lnSpc>
              <a:spcBef>
                <a:spcPts val="0"/>
              </a:spcBef>
              <a:spcAft>
                <a:spcPts val="0"/>
              </a:spcAft>
              <a:buSzPts val="2800"/>
              <a:buNone/>
              <a:defRPr>
                <a:solidFill>
                  <a:srgbClr val="FFFFFF"/>
                </a:solidFill>
              </a:defRPr>
            </a:lvl3pPr>
            <a:lvl4pPr lvl="3" algn="l">
              <a:lnSpc>
                <a:spcPct val="100000"/>
              </a:lnSpc>
              <a:spcBef>
                <a:spcPts val="0"/>
              </a:spcBef>
              <a:spcAft>
                <a:spcPts val="0"/>
              </a:spcAft>
              <a:buSzPts val="2800"/>
              <a:buNone/>
              <a:defRPr>
                <a:solidFill>
                  <a:srgbClr val="FFFFFF"/>
                </a:solidFill>
              </a:defRPr>
            </a:lvl4pPr>
            <a:lvl5pPr lvl="4" algn="l">
              <a:lnSpc>
                <a:spcPct val="100000"/>
              </a:lnSpc>
              <a:spcBef>
                <a:spcPts val="0"/>
              </a:spcBef>
              <a:spcAft>
                <a:spcPts val="0"/>
              </a:spcAft>
              <a:buSzPts val="2800"/>
              <a:buNone/>
              <a:defRPr>
                <a:solidFill>
                  <a:srgbClr val="FFFFFF"/>
                </a:solidFill>
              </a:defRPr>
            </a:lvl5pPr>
            <a:lvl6pPr lvl="5" algn="l">
              <a:lnSpc>
                <a:spcPct val="100000"/>
              </a:lnSpc>
              <a:spcBef>
                <a:spcPts val="0"/>
              </a:spcBef>
              <a:spcAft>
                <a:spcPts val="0"/>
              </a:spcAft>
              <a:buSzPts val="2800"/>
              <a:buNone/>
              <a:defRPr>
                <a:solidFill>
                  <a:srgbClr val="FFFFFF"/>
                </a:solidFill>
              </a:defRPr>
            </a:lvl6pPr>
            <a:lvl7pPr lvl="6" algn="l">
              <a:lnSpc>
                <a:spcPct val="100000"/>
              </a:lnSpc>
              <a:spcBef>
                <a:spcPts val="0"/>
              </a:spcBef>
              <a:spcAft>
                <a:spcPts val="0"/>
              </a:spcAft>
              <a:buSzPts val="2800"/>
              <a:buNone/>
              <a:defRPr>
                <a:solidFill>
                  <a:srgbClr val="FFFFFF"/>
                </a:solidFill>
              </a:defRPr>
            </a:lvl7pPr>
            <a:lvl8pPr lvl="7" algn="l">
              <a:lnSpc>
                <a:spcPct val="100000"/>
              </a:lnSpc>
              <a:spcBef>
                <a:spcPts val="0"/>
              </a:spcBef>
              <a:spcAft>
                <a:spcPts val="0"/>
              </a:spcAft>
              <a:buSzPts val="2800"/>
              <a:buNone/>
              <a:defRPr>
                <a:solidFill>
                  <a:srgbClr val="FFFFFF"/>
                </a:solidFill>
              </a:defRPr>
            </a:lvl8pPr>
            <a:lvl9pPr lvl="8" algn="l">
              <a:lnSpc>
                <a:spcPct val="100000"/>
              </a:lnSpc>
              <a:spcBef>
                <a:spcPts val="0"/>
              </a:spcBef>
              <a:spcAft>
                <a:spcPts val="0"/>
              </a:spcAft>
              <a:buSzPts val="2800"/>
              <a:buNone/>
              <a:defRPr>
                <a:solidFill>
                  <a:srgbClr val="FFFFFF"/>
                </a:solidFill>
              </a:defRPr>
            </a:lvl9pPr>
          </a:lstStyle>
          <a:p/>
        </p:txBody>
      </p:sp>
      <p:sp>
        <p:nvSpPr>
          <p:cNvPr id="83" name="Google Shape;83;p27"/>
          <p:cNvSpPr txBox="1"/>
          <p:nvPr>
            <p:ph idx="1" type="subTitle"/>
          </p:nvPr>
        </p:nvSpPr>
        <p:spPr>
          <a:xfrm>
            <a:off x="974919" y="3029082"/>
            <a:ext cx="3715200" cy="500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800"/>
              <a:buNone/>
              <a:defRPr>
                <a:solidFill>
                  <a:schemeClr val="dk1"/>
                </a:solidFill>
              </a:defRPr>
            </a:lvl1pPr>
            <a:lvl2pPr lvl="1" algn="l">
              <a:lnSpc>
                <a:spcPct val="115000"/>
              </a:lnSpc>
              <a:spcBef>
                <a:spcPts val="1600"/>
              </a:spcBef>
              <a:spcAft>
                <a:spcPts val="0"/>
              </a:spcAft>
              <a:buSzPts val="1400"/>
              <a:buNone/>
              <a:defRPr/>
            </a:lvl2pPr>
            <a:lvl3pPr lvl="2" algn="l">
              <a:lnSpc>
                <a:spcPct val="115000"/>
              </a:lnSpc>
              <a:spcBef>
                <a:spcPts val="1600"/>
              </a:spcBef>
              <a:spcAft>
                <a:spcPts val="0"/>
              </a:spcAft>
              <a:buSzPts val="1400"/>
              <a:buNone/>
              <a:defRPr/>
            </a:lvl3pPr>
            <a:lvl4pPr lvl="3" algn="l">
              <a:lnSpc>
                <a:spcPct val="115000"/>
              </a:lnSpc>
              <a:spcBef>
                <a:spcPts val="1600"/>
              </a:spcBef>
              <a:spcAft>
                <a:spcPts val="0"/>
              </a:spcAft>
              <a:buSzPts val="1400"/>
              <a:buNone/>
              <a:defRPr/>
            </a:lvl4pPr>
            <a:lvl5pPr lvl="4" algn="l">
              <a:lnSpc>
                <a:spcPct val="115000"/>
              </a:lnSpc>
              <a:spcBef>
                <a:spcPts val="1600"/>
              </a:spcBef>
              <a:spcAft>
                <a:spcPts val="0"/>
              </a:spcAft>
              <a:buSzPts val="14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pic>
        <p:nvPicPr>
          <p:cNvPr descr=" " id="84" name="Google Shape;84;p27"/>
          <p:cNvPicPr preferRelativeResize="0"/>
          <p:nvPr/>
        </p:nvPicPr>
        <p:blipFill rotWithShape="1">
          <a:blip r:embed="rId4">
            <a:alphaModFix/>
          </a:blip>
          <a:srcRect b="0" l="0" r="0" t="0"/>
          <a:stretch/>
        </p:blipFill>
        <p:spPr>
          <a:xfrm>
            <a:off x="407175" y="4539121"/>
            <a:ext cx="776077" cy="263400"/>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2">
  <p:cSld name="CUSTOM_3">
    <p:bg>
      <p:bgPr>
        <a:solidFill>
          <a:schemeClr val="lt2"/>
        </a:solidFill>
      </p:bgPr>
    </p:bg>
    <p:spTree>
      <p:nvGrpSpPr>
        <p:cNvPr id="85" name="Shape 85"/>
        <p:cNvGrpSpPr/>
        <p:nvPr/>
      </p:nvGrpSpPr>
      <p:grpSpPr>
        <a:xfrm>
          <a:off x="0" y="0"/>
          <a:ext cx="0" cy="0"/>
          <a:chOff x="0" y="0"/>
          <a:chExt cx="0" cy="0"/>
        </a:xfrm>
      </p:grpSpPr>
      <p:pic>
        <p:nvPicPr>
          <p:cNvPr id="86" name="Google Shape;86;p28"/>
          <p:cNvPicPr preferRelativeResize="0"/>
          <p:nvPr/>
        </p:nvPicPr>
        <p:blipFill rotWithShape="1">
          <a:blip r:embed="rId2">
            <a:alphaModFix/>
          </a:blip>
          <a:srcRect b="0" l="0" r="0" t="0"/>
          <a:stretch/>
        </p:blipFill>
        <p:spPr>
          <a:xfrm>
            <a:off x="-62802" y="-34225"/>
            <a:ext cx="9269596" cy="5180999"/>
          </a:xfrm>
          <a:prstGeom prst="rect">
            <a:avLst/>
          </a:prstGeom>
          <a:noFill/>
          <a:ln>
            <a:noFill/>
          </a:ln>
        </p:spPr>
      </p:pic>
      <p:pic>
        <p:nvPicPr>
          <p:cNvPr descr=" " id="87" name="Google Shape;87;p28"/>
          <p:cNvPicPr preferRelativeResize="0"/>
          <p:nvPr/>
        </p:nvPicPr>
        <p:blipFill rotWithShape="1">
          <a:blip r:embed="rId3">
            <a:alphaModFix/>
          </a:blip>
          <a:srcRect b="0" l="0" r="0" t="0"/>
          <a:stretch/>
        </p:blipFill>
        <p:spPr>
          <a:xfrm>
            <a:off x="407175" y="4539121"/>
            <a:ext cx="776077" cy="263400"/>
          </a:xfrm>
          <a:prstGeom prst="rect">
            <a:avLst/>
          </a:prstGeom>
          <a:noFill/>
          <a:ln>
            <a:noFill/>
          </a:ln>
        </p:spPr>
      </p:pic>
      <p:sp>
        <p:nvSpPr>
          <p:cNvPr id="88" name="Google Shape;88;p28"/>
          <p:cNvSpPr txBox="1"/>
          <p:nvPr/>
        </p:nvSpPr>
        <p:spPr>
          <a:xfrm>
            <a:off x="4619925" y="4517225"/>
            <a:ext cx="4192800" cy="3072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700"/>
              <a:buFont typeface="Arial"/>
              <a:buNone/>
            </a:pPr>
            <a:fld id="{00000000-1234-1234-1234-123412341234}" type="slidenum">
              <a:rPr b="1" i="0" lang="en" sz="700" u="none" cap="none" strike="noStrike">
                <a:solidFill>
                  <a:schemeClr val="accent2"/>
                </a:solidFill>
                <a:latin typeface="Montserrat"/>
                <a:ea typeface="Montserrat"/>
                <a:cs typeface="Montserrat"/>
                <a:sym typeface="Montserrat"/>
              </a:rPr>
              <a:t>‹#›</a:t>
            </a:fld>
            <a:endParaRPr b="1" i="0" sz="700" u="none" cap="none" strike="noStrike">
              <a:solidFill>
                <a:schemeClr val="accent2"/>
              </a:solidFill>
              <a:latin typeface="Montserrat"/>
              <a:ea typeface="Montserrat"/>
              <a:cs typeface="Montserrat"/>
              <a:sym typeface="Montserrat"/>
            </a:endParaRPr>
          </a:p>
        </p:txBody>
      </p:sp>
      <p:sp>
        <p:nvSpPr>
          <p:cNvPr id="89" name="Google Shape;89;p28"/>
          <p:cNvSpPr txBox="1"/>
          <p:nvPr>
            <p:ph type="title"/>
          </p:nvPr>
        </p:nvSpPr>
        <p:spPr>
          <a:xfrm>
            <a:off x="592275" y="522825"/>
            <a:ext cx="8144400" cy="3753000"/>
          </a:xfrm>
          <a:prstGeom prst="rect">
            <a:avLst/>
          </a:prstGeom>
          <a:noFill/>
          <a:ln>
            <a:noFill/>
          </a:ln>
        </p:spPr>
        <p:txBody>
          <a:bodyPr anchorCtr="0" anchor="ctr" bIns="91425" lIns="91425" spcFirstLastPara="1" rIns="91425" wrap="square" tIns="91425">
            <a:noAutofit/>
          </a:bodyPr>
          <a:lstStyle>
            <a:lvl1pPr lvl="0" algn="l">
              <a:lnSpc>
                <a:spcPct val="80000"/>
              </a:lnSpc>
              <a:spcBef>
                <a:spcPts val="0"/>
              </a:spcBef>
              <a:spcAft>
                <a:spcPts val="0"/>
              </a:spcAft>
              <a:buSzPts val="3600"/>
              <a:buNone/>
              <a:defRPr sz="6000">
                <a:solidFill>
                  <a:schemeClr val="dk1"/>
                </a:solidFill>
              </a:defRPr>
            </a:lvl1pPr>
            <a:lvl2pPr lvl="1" algn="l">
              <a:lnSpc>
                <a:spcPct val="100000"/>
              </a:lnSpc>
              <a:spcBef>
                <a:spcPts val="0"/>
              </a:spcBef>
              <a:spcAft>
                <a:spcPts val="0"/>
              </a:spcAft>
              <a:buSzPts val="2800"/>
              <a:buNone/>
              <a:defRPr>
                <a:solidFill>
                  <a:schemeClr val="dk1"/>
                </a:solidFill>
              </a:defRPr>
            </a:lvl2pPr>
            <a:lvl3pPr lvl="2" algn="l">
              <a:lnSpc>
                <a:spcPct val="100000"/>
              </a:lnSpc>
              <a:spcBef>
                <a:spcPts val="0"/>
              </a:spcBef>
              <a:spcAft>
                <a:spcPts val="0"/>
              </a:spcAft>
              <a:buSzPts val="2800"/>
              <a:buNone/>
              <a:defRPr>
                <a:solidFill>
                  <a:schemeClr val="dk1"/>
                </a:solidFill>
              </a:defRPr>
            </a:lvl3pPr>
            <a:lvl4pPr lvl="3" algn="l">
              <a:lnSpc>
                <a:spcPct val="100000"/>
              </a:lnSpc>
              <a:spcBef>
                <a:spcPts val="0"/>
              </a:spcBef>
              <a:spcAft>
                <a:spcPts val="0"/>
              </a:spcAft>
              <a:buSzPts val="2800"/>
              <a:buNone/>
              <a:defRPr>
                <a:solidFill>
                  <a:schemeClr val="dk1"/>
                </a:solidFill>
              </a:defRPr>
            </a:lvl4pPr>
            <a:lvl5pPr lvl="4" algn="l">
              <a:lnSpc>
                <a:spcPct val="100000"/>
              </a:lnSpc>
              <a:spcBef>
                <a:spcPts val="0"/>
              </a:spcBef>
              <a:spcAft>
                <a:spcPts val="0"/>
              </a:spcAft>
              <a:buSzPts val="2800"/>
              <a:buNone/>
              <a:defRPr>
                <a:solidFill>
                  <a:schemeClr val="dk1"/>
                </a:solidFill>
              </a:defRPr>
            </a:lvl5pPr>
            <a:lvl6pPr lvl="5" algn="l">
              <a:lnSpc>
                <a:spcPct val="100000"/>
              </a:lnSpc>
              <a:spcBef>
                <a:spcPts val="0"/>
              </a:spcBef>
              <a:spcAft>
                <a:spcPts val="0"/>
              </a:spcAft>
              <a:buSzPts val="2800"/>
              <a:buNone/>
              <a:defRPr>
                <a:solidFill>
                  <a:schemeClr val="dk1"/>
                </a:solidFill>
              </a:defRPr>
            </a:lvl6pPr>
            <a:lvl7pPr lvl="6" algn="l">
              <a:lnSpc>
                <a:spcPct val="100000"/>
              </a:lnSpc>
              <a:spcBef>
                <a:spcPts val="0"/>
              </a:spcBef>
              <a:spcAft>
                <a:spcPts val="0"/>
              </a:spcAft>
              <a:buSzPts val="2800"/>
              <a:buNone/>
              <a:defRPr>
                <a:solidFill>
                  <a:schemeClr val="dk1"/>
                </a:solidFill>
              </a:defRPr>
            </a:lvl7pPr>
            <a:lvl8pPr lvl="7" algn="l">
              <a:lnSpc>
                <a:spcPct val="100000"/>
              </a:lnSpc>
              <a:spcBef>
                <a:spcPts val="0"/>
              </a:spcBef>
              <a:spcAft>
                <a:spcPts val="0"/>
              </a:spcAft>
              <a:buSzPts val="2800"/>
              <a:buNone/>
              <a:defRPr>
                <a:solidFill>
                  <a:schemeClr val="dk1"/>
                </a:solidFill>
              </a:defRPr>
            </a:lvl8pPr>
            <a:lvl9pPr lvl="8" algn="l">
              <a:lnSpc>
                <a:spcPct val="100000"/>
              </a:lnSpc>
              <a:spcBef>
                <a:spcPts val="0"/>
              </a:spcBef>
              <a:spcAft>
                <a:spcPts val="0"/>
              </a:spcAft>
              <a:buSzPts val="2800"/>
              <a:buNone/>
              <a:defRPr>
                <a:solidFill>
                  <a:schemeClr val="dk1"/>
                </a:solidFill>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with folio" type="blank">
  <p:cSld name="BLANK">
    <p:spTree>
      <p:nvGrpSpPr>
        <p:cNvPr id="90" name="Shape 90"/>
        <p:cNvGrpSpPr/>
        <p:nvPr/>
      </p:nvGrpSpPr>
      <p:grpSpPr>
        <a:xfrm>
          <a:off x="0" y="0"/>
          <a:ext cx="0" cy="0"/>
          <a:chOff x="0" y="0"/>
          <a:chExt cx="0" cy="0"/>
        </a:xfrm>
      </p:grpSpPr>
      <p:pic>
        <p:nvPicPr>
          <p:cNvPr descr=" " id="91" name="Google Shape;91;p29"/>
          <p:cNvPicPr preferRelativeResize="0"/>
          <p:nvPr/>
        </p:nvPicPr>
        <p:blipFill rotWithShape="1">
          <a:blip r:embed="rId2">
            <a:alphaModFix/>
          </a:blip>
          <a:srcRect b="0" l="0" r="0" t="0"/>
          <a:stretch/>
        </p:blipFill>
        <p:spPr>
          <a:xfrm>
            <a:off x="407175" y="4539121"/>
            <a:ext cx="776077" cy="263400"/>
          </a:xfrm>
          <a:prstGeom prst="rect">
            <a:avLst/>
          </a:prstGeom>
          <a:noFill/>
          <a:ln>
            <a:noFill/>
          </a:ln>
        </p:spPr>
      </p:pic>
      <p:sp>
        <p:nvSpPr>
          <p:cNvPr id="92" name="Google Shape;92;p29"/>
          <p:cNvSpPr txBox="1"/>
          <p:nvPr/>
        </p:nvSpPr>
        <p:spPr>
          <a:xfrm>
            <a:off x="4619925" y="4517225"/>
            <a:ext cx="4192800" cy="3072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700"/>
              <a:buFont typeface="Arial"/>
              <a:buNone/>
            </a:pPr>
            <a:fld id="{00000000-1234-1234-1234-123412341234}" type="slidenum">
              <a:rPr b="1" i="0" lang="en" sz="700" u="none" cap="none" strike="noStrike">
                <a:solidFill>
                  <a:schemeClr val="accent2"/>
                </a:solidFill>
                <a:latin typeface="Montserrat"/>
                <a:ea typeface="Montserrat"/>
                <a:cs typeface="Montserrat"/>
                <a:sym typeface="Montserrat"/>
              </a:rPr>
              <a:t>‹#›</a:t>
            </a:fld>
            <a:endParaRPr b="1" i="0" sz="700" u="none" cap="none" strike="noStrike">
              <a:solidFill>
                <a:schemeClr val="accent2"/>
              </a:solidFill>
              <a:latin typeface="Montserrat"/>
              <a:ea typeface="Montserrat"/>
              <a:cs typeface="Montserrat"/>
              <a:sym typeface="Montserrat"/>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_1">
    <p:spTree>
      <p:nvGrpSpPr>
        <p:cNvPr id="93" name="Shape 93"/>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type="title">
  <p:cSld name="TITLE">
    <p:bg>
      <p:bgPr>
        <a:solidFill>
          <a:srgbClr val="220337"/>
        </a:solidFill>
      </p:bgPr>
    </p:bg>
    <p:spTree>
      <p:nvGrpSpPr>
        <p:cNvPr id="97" name="Shape 97"/>
        <p:cNvGrpSpPr/>
        <p:nvPr/>
      </p:nvGrpSpPr>
      <p:grpSpPr>
        <a:xfrm>
          <a:off x="0" y="0"/>
          <a:ext cx="0" cy="0"/>
          <a:chOff x="0" y="0"/>
          <a:chExt cx="0" cy="0"/>
        </a:xfrm>
      </p:grpSpPr>
      <p:pic>
        <p:nvPicPr>
          <p:cNvPr id="98" name="Google Shape;98;g3dbb17f97c8_2_3"/>
          <p:cNvPicPr preferRelativeResize="0"/>
          <p:nvPr/>
        </p:nvPicPr>
        <p:blipFill rotWithShape="1">
          <a:blip r:embed="rId2">
            <a:alphaModFix/>
          </a:blip>
          <a:srcRect b="0" l="0" r="0" t="0"/>
          <a:stretch/>
        </p:blipFill>
        <p:spPr>
          <a:xfrm>
            <a:off x="0" y="0"/>
            <a:ext cx="9144003" cy="5143501"/>
          </a:xfrm>
          <a:prstGeom prst="rect">
            <a:avLst/>
          </a:prstGeom>
          <a:noFill/>
          <a:ln>
            <a:noFill/>
          </a:ln>
        </p:spPr>
      </p:pic>
      <p:pic>
        <p:nvPicPr>
          <p:cNvPr id="99" name="Google Shape;99;g3dbb17f97c8_2_3"/>
          <p:cNvPicPr preferRelativeResize="0"/>
          <p:nvPr/>
        </p:nvPicPr>
        <p:blipFill rotWithShape="1">
          <a:blip r:embed="rId3">
            <a:alphaModFix/>
          </a:blip>
          <a:srcRect b="0" l="0" r="0" t="0"/>
          <a:stretch/>
        </p:blipFill>
        <p:spPr>
          <a:xfrm>
            <a:off x="4047363" y="427947"/>
            <a:ext cx="1049175" cy="356100"/>
          </a:xfrm>
          <a:prstGeom prst="rect">
            <a:avLst/>
          </a:prstGeom>
          <a:noFill/>
          <a:ln>
            <a:noFill/>
          </a:ln>
        </p:spPr>
      </p:pic>
      <p:sp>
        <p:nvSpPr>
          <p:cNvPr id="100" name="Google Shape;100;g3dbb17f97c8_2_3"/>
          <p:cNvSpPr txBox="1"/>
          <p:nvPr>
            <p:ph type="title"/>
          </p:nvPr>
        </p:nvSpPr>
        <p:spPr>
          <a:xfrm>
            <a:off x="904850" y="1253682"/>
            <a:ext cx="7333800" cy="1595100"/>
          </a:xfrm>
          <a:prstGeom prst="rect">
            <a:avLst/>
          </a:prstGeom>
          <a:noFill/>
          <a:ln>
            <a:noFill/>
          </a:ln>
        </p:spPr>
        <p:txBody>
          <a:bodyPr anchorCtr="0" anchor="ctr" bIns="91425" lIns="91425" spcFirstLastPara="1" rIns="91425" wrap="square" tIns="91425">
            <a:noAutofit/>
          </a:bodyPr>
          <a:lstStyle>
            <a:lvl1pPr lvl="0" algn="ctr">
              <a:lnSpc>
                <a:spcPct val="80000"/>
              </a:lnSpc>
              <a:spcBef>
                <a:spcPts val="0"/>
              </a:spcBef>
              <a:spcAft>
                <a:spcPts val="0"/>
              </a:spcAft>
              <a:buSzPts val="3600"/>
              <a:buNone/>
              <a:defRPr sz="7200">
                <a:solidFill>
                  <a:schemeClr val="accent2"/>
                </a:solidFill>
              </a:defRPr>
            </a:lvl1pPr>
            <a:lvl2pPr lvl="1" algn="l">
              <a:lnSpc>
                <a:spcPct val="100000"/>
              </a:lnSpc>
              <a:spcBef>
                <a:spcPts val="0"/>
              </a:spcBef>
              <a:spcAft>
                <a:spcPts val="0"/>
              </a:spcAft>
              <a:buSzPts val="2800"/>
              <a:buNone/>
              <a:defRPr>
                <a:solidFill>
                  <a:srgbClr val="FFFFFF"/>
                </a:solidFill>
              </a:defRPr>
            </a:lvl2pPr>
            <a:lvl3pPr lvl="2" algn="l">
              <a:lnSpc>
                <a:spcPct val="100000"/>
              </a:lnSpc>
              <a:spcBef>
                <a:spcPts val="0"/>
              </a:spcBef>
              <a:spcAft>
                <a:spcPts val="0"/>
              </a:spcAft>
              <a:buSzPts val="2800"/>
              <a:buNone/>
              <a:defRPr>
                <a:solidFill>
                  <a:srgbClr val="FFFFFF"/>
                </a:solidFill>
              </a:defRPr>
            </a:lvl3pPr>
            <a:lvl4pPr lvl="3" algn="l">
              <a:lnSpc>
                <a:spcPct val="100000"/>
              </a:lnSpc>
              <a:spcBef>
                <a:spcPts val="0"/>
              </a:spcBef>
              <a:spcAft>
                <a:spcPts val="0"/>
              </a:spcAft>
              <a:buSzPts val="2800"/>
              <a:buNone/>
              <a:defRPr>
                <a:solidFill>
                  <a:srgbClr val="FFFFFF"/>
                </a:solidFill>
              </a:defRPr>
            </a:lvl4pPr>
            <a:lvl5pPr lvl="4" algn="l">
              <a:lnSpc>
                <a:spcPct val="100000"/>
              </a:lnSpc>
              <a:spcBef>
                <a:spcPts val="0"/>
              </a:spcBef>
              <a:spcAft>
                <a:spcPts val="0"/>
              </a:spcAft>
              <a:buSzPts val="2800"/>
              <a:buNone/>
              <a:defRPr>
                <a:solidFill>
                  <a:srgbClr val="FFFFFF"/>
                </a:solidFill>
              </a:defRPr>
            </a:lvl5pPr>
            <a:lvl6pPr lvl="5" algn="l">
              <a:lnSpc>
                <a:spcPct val="100000"/>
              </a:lnSpc>
              <a:spcBef>
                <a:spcPts val="0"/>
              </a:spcBef>
              <a:spcAft>
                <a:spcPts val="0"/>
              </a:spcAft>
              <a:buSzPts val="2800"/>
              <a:buNone/>
              <a:defRPr>
                <a:solidFill>
                  <a:srgbClr val="FFFFFF"/>
                </a:solidFill>
              </a:defRPr>
            </a:lvl6pPr>
            <a:lvl7pPr lvl="6" algn="l">
              <a:lnSpc>
                <a:spcPct val="100000"/>
              </a:lnSpc>
              <a:spcBef>
                <a:spcPts val="0"/>
              </a:spcBef>
              <a:spcAft>
                <a:spcPts val="0"/>
              </a:spcAft>
              <a:buSzPts val="2800"/>
              <a:buNone/>
              <a:defRPr>
                <a:solidFill>
                  <a:srgbClr val="FFFFFF"/>
                </a:solidFill>
              </a:defRPr>
            </a:lvl7pPr>
            <a:lvl8pPr lvl="7" algn="l">
              <a:lnSpc>
                <a:spcPct val="100000"/>
              </a:lnSpc>
              <a:spcBef>
                <a:spcPts val="0"/>
              </a:spcBef>
              <a:spcAft>
                <a:spcPts val="0"/>
              </a:spcAft>
              <a:buSzPts val="2800"/>
              <a:buNone/>
              <a:defRPr>
                <a:solidFill>
                  <a:srgbClr val="FFFFFF"/>
                </a:solidFill>
              </a:defRPr>
            </a:lvl8pPr>
            <a:lvl9pPr lvl="8" algn="l">
              <a:lnSpc>
                <a:spcPct val="100000"/>
              </a:lnSpc>
              <a:spcBef>
                <a:spcPts val="0"/>
              </a:spcBef>
              <a:spcAft>
                <a:spcPts val="0"/>
              </a:spcAft>
              <a:buSzPts val="2800"/>
              <a:buNone/>
              <a:defRPr>
                <a:solidFill>
                  <a:srgbClr val="FFFFFF"/>
                </a:solidFill>
              </a:defRPr>
            </a:lvl9pPr>
          </a:lstStyle>
          <a:p/>
        </p:txBody>
      </p:sp>
      <p:sp>
        <p:nvSpPr>
          <p:cNvPr id="101" name="Google Shape;101;g3dbb17f97c8_2_3"/>
          <p:cNvSpPr txBox="1"/>
          <p:nvPr>
            <p:ph idx="1" type="body"/>
          </p:nvPr>
        </p:nvSpPr>
        <p:spPr>
          <a:xfrm>
            <a:off x="2496200" y="4275729"/>
            <a:ext cx="4151400" cy="304500"/>
          </a:xfrm>
          <a:prstGeom prst="rect">
            <a:avLst/>
          </a:prstGeom>
          <a:noFill/>
          <a:ln>
            <a:noFill/>
          </a:ln>
        </p:spPr>
        <p:txBody>
          <a:bodyPr anchorCtr="0" anchor="t" bIns="91425" lIns="91425" spcFirstLastPara="1" rIns="91425" wrap="square" tIns="91425">
            <a:noAutofit/>
          </a:bodyPr>
          <a:lstStyle>
            <a:lvl1pPr indent="-292100" lvl="0" marL="457200" algn="ctr">
              <a:lnSpc>
                <a:spcPct val="115000"/>
              </a:lnSpc>
              <a:spcBef>
                <a:spcPts val="0"/>
              </a:spcBef>
              <a:spcAft>
                <a:spcPts val="0"/>
              </a:spcAft>
              <a:buClr>
                <a:schemeClr val="accent2"/>
              </a:buClr>
              <a:buSzPts val="1000"/>
              <a:buFont typeface="Montserrat SemiBold"/>
              <a:buChar char="●"/>
              <a:defRPr sz="1000">
                <a:solidFill>
                  <a:schemeClr val="accent2"/>
                </a:solidFill>
                <a:latin typeface="Montserrat SemiBold"/>
                <a:ea typeface="Montserrat SemiBold"/>
                <a:cs typeface="Montserrat SemiBold"/>
                <a:sym typeface="Montserrat SemiBold"/>
              </a:defRPr>
            </a:lvl1pPr>
            <a:lvl2pPr indent="-292100" lvl="1" marL="914400" algn="ctr">
              <a:lnSpc>
                <a:spcPct val="115000"/>
              </a:lnSpc>
              <a:spcBef>
                <a:spcPts val="0"/>
              </a:spcBef>
              <a:spcAft>
                <a:spcPts val="0"/>
              </a:spcAft>
              <a:buClr>
                <a:schemeClr val="accent2"/>
              </a:buClr>
              <a:buSzPts val="1000"/>
              <a:buFont typeface="Montserrat SemiBold"/>
              <a:buChar char="○"/>
              <a:defRPr sz="1000">
                <a:solidFill>
                  <a:schemeClr val="accent2"/>
                </a:solidFill>
                <a:latin typeface="Montserrat SemiBold"/>
                <a:ea typeface="Montserrat SemiBold"/>
                <a:cs typeface="Montserrat SemiBold"/>
                <a:sym typeface="Montserrat SemiBold"/>
              </a:defRPr>
            </a:lvl2pPr>
            <a:lvl3pPr indent="-292100" lvl="2" marL="1371600" algn="ctr">
              <a:lnSpc>
                <a:spcPct val="115000"/>
              </a:lnSpc>
              <a:spcBef>
                <a:spcPts val="0"/>
              </a:spcBef>
              <a:spcAft>
                <a:spcPts val="0"/>
              </a:spcAft>
              <a:buClr>
                <a:schemeClr val="accent2"/>
              </a:buClr>
              <a:buSzPts val="1000"/>
              <a:buFont typeface="Montserrat SemiBold"/>
              <a:buChar char="■"/>
              <a:defRPr sz="1000">
                <a:solidFill>
                  <a:schemeClr val="accent2"/>
                </a:solidFill>
                <a:latin typeface="Montserrat SemiBold"/>
                <a:ea typeface="Montserrat SemiBold"/>
                <a:cs typeface="Montserrat SemiBold"/>
                <a:sym typeface="Montserrat SemiBold"/>
              </a:defRPr>
            </a:lvl3pPr>
            <a:lvl4pPr indent="-292100" lvl="3" marL="1828800" algn="ctr">
              <a:lnSpc>
                <a:spcPct val="115000"/>
              </a:lnSpc>
              <a:spcBef>
                <a:spcPts val="0"/>
              </a:spcBef>
              <a:spcAft>
                <a:spcPts val="0"/>
              </a:spcAft>
              <a:buClr>
                <a:schemeClr val="accent2"/>
              </a:buClr>
              <a:buSzPts val="1000"/>
              <a:buFont typeface="Montserrat SemiBold"/>
              <a:buChar char="●"/>
              <a:defRPr sz="1000">
                <a:solidFill>
                  <a:schemeClr val="accent2"/>
                </a:solidFill>
                <a:latin typeface="Montserrat SemiBold"/>
                <a:ea typeface="Montserrat SemiBold"/>
                <a:cs typeface="Montserrat SemiBold"/>
                <a:sym typeface="Montserrat SemiBold"/>
              </a:defRPr>
            </a:lvl4pPr>
            <a:lvl5pPr indent="-292100" lvl="4" marL="2286000" algn="ctr">
              <a:lnSpc>
                <a:spcPct val="115000"/>
              </a:lnSpc>
              <a:spcBef>
                <a:spcPts val="0"/>
              </a:spcBef>
              <a:spcAft>
                <a:spcPts val="0"/>
              </a:spcAft>
              <a:buClr>
                <a:schemeClr val="accent2"/>
              </a:buClr>
              <a:buSzPts val="1000"/>
              <a:buFont typeface="Montserrat SemiBold"/>
              <a:buChar char="○"/>
              <a:defRPr sz="1000">
                <a:solidFill>
                  <a:schemeClr val="accent2"/>
                </a:solidFill>
                <a:latin typeface="Montserrat SemiBold"/>
                <a:ea typeface="Montserrat SemiBold"/>
                <a:cs typeface="Montserrat SemiBold"/>
                <a:sym typeface="Montserrat SemiBold"/>
              </a:defRPr>
            </a:lvl5pPr>
            <a:lvl6pPr indent="-292100" lvl="5" marL="2743200" algn="ctr">
              <a:lnSpc>
                <a:spcPct val="115000"/>
              </a:lnSpc>
              <a:spcBef>
                <a:spcPts val="0"/>
              </a:spcBef>
              <a:spcAft>
                <a:spcPts val="0"/>
              </a:spcAft>
              <a:buClr>
                <a:schemeClr val="accent2"/>
              </a:buClr>
              <a:buSzPts val="1000"/>
              <a:buFont typeface="Montserrat SemiBold"/>
              <a:buChar char="■"/>
              <a:defRPr sz="1000">
                <a:solidFill>
                  <a:schemeClr val="accent2"/>
                </a:solidFill>
                <a:latin typeface="Montserrat SemiBold"/>
                <a:ea typeface="Montserrat SemiBold"/>
                <a:cs typeface="Montserrat SemiBold"/>
                <a:sym typeface="Montserrat SemiBold"/>
              </a:defRPr>
            </a:lvl6pPr>
            <a:lvl7pPr indent="-292100" lvl="6" marL="3200400" algn="ctr">
              <a:lnSpc>
                <a:spcPct val="115000"/>
              </a:lnSpc>
              <a:spcBef>
                <a:spcPts val="0"/>
              </a:spcBef>
              <a:spcAft>
                <a:spcPts val="0"/>
              </a:spcAft>
              <a:buClr>
                <a:schemeClr val="accent2"/>
              </a:buClr>
              <a:buSzPts val="1000"/>
              <a:buFont typeface="Montserrat SemiBold"/>
              <a:buChar char="●"/>
              <a:defRPr sz="1000">
                <a:solidFill>
                  <a:schemeClr val="accent2"/>
                </a:solidFill>
                <a:latin typeface="Montserrat SemiBold"/>
                <a:ea typeface="Montserrat SemiBold"/>
                <a:cs typeface="Montserrat SemiBold"/>
                <a:sym typeface="Montserrat SemiBold"/>
              </a:defRPr>
            </a:lvl7pPr>
            <a:lvl8pPr indent="-292100" lvl="7" marL="3657600" algn="ctr">
              <a:lnSpc>
                <a:spcPct val="115000"/>
              </a:lnSpc>
              <a:spcBef>
                <a:spcPts val="0"/>
              </a:spcBef>
              <a:spcAft>
                <a:spcPts val="0"/>
              </a:spcAft>
              <a:buClr>
                <a:schemeClr val="accent2"/>
              </a:buClr>
              <a:buSzPts val="1000"/>
              <a:buFont typeface="Montserrat SemiBold"/>
              <a:buChar char="○"/>
              <a:defRPr sz="1000">
                <a:solidFill>
                  <a:schemeClr val="accent2"/>
                </a:solidFill>
                <a:latin typeface="Montserrat SemiBold"/>
                <a:ea typeface="Montserrat SemiBold"/>
                <a:cs typeface="Montserrat SemiBold"/>
                <a:sym typeface="Montserrat SemiBold"/>
              </a:defRPr>
            </a:lvl8pPr>
            <a:lvl9pPr indent="-292100" lvl="8" marL="4114800" algn="ctr">
              <a:lnSpc>
                <a:spcPct val="115000"/>
              </a:lnSpc>
              <a:spcBef>
                <a:spcPts val="0"/>
              </a:spcBef>
              <a:spcAft>
                <a:spcPts val="0"/>
              </a:spcAft>
              <a:buClr>
                <a:schemeClr val="accent2"/>
              </a:buClr>
              <a:buSzPts val="1000"/>
              <a:buFont typeface="Montserrat SemiBold"/>
              <a:buChar char="■"/>
              <a:defRPr sz="1000">
                <a:solidFill>
                  <a:schemeClr val="accent2"/>
                </a:solidFill>
                <a:latin typeface="Montserrat SemiBold"/>
                <a:ea typeface="Montserrat SemiBold"/>
                <a:cs typeface="Montserrat SemiBold"/>
                <a:sym typeface="Montserrat SemiBold"/>
              </a:defRPr>
            </a:lvl9pPr>
          </a:lstStyle>
          <a:p/>
        </p:txBody>
      </p:sp>
      <p:sp>
        <p:nvSpPr>
          <p:cNvPr id="102" name="Google Shape;102;g3dbb17f97c8_2_3"/>
          <p:cNvSpPr txBox="1"/>
          <p:nvPr>
            <p:ph idx="2" type="subTitle"/>
          </p:nvPr>
        </p:nvSpPr>
        <p:spPr>
          <a:xfrm>
            <a:off x="2496200" y="2791614"/>
            <a:ext cx="4151400" cy="7008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1800"/>
              <a:buNone/>
              <a:defRPr sz="1500">
                <a:solidFill>
                  <a:schemeClr val="accent2"/>
                </a:solidFill>
              </a:defRPr>
            </a:lvl1pPr>
            <a:lvl2pPr lvl="1" algn="l">
              <a:lnSpc>
                <a:spcPct val="115000"/>
              </a:lnSpc>
              <a:spcBef>
                <a:spcPts val="1600"/>
              </a:spcBef>
              <a:spcAft>
                <a:spcPts val="0"/>
              </a:spcAft>
              <a:buSzPts val="1400"/>
              <a:buNone/>
              <a:defRPr>
                <a:solidFill>
                  <a:schemeClr val="accent2"/>
                </a:solidFill>
              </a:defRPr>
            </a:lvl2pPr>
            <a:lvl3pPr lvl="2" algn="l">
              <a:lnSpc>
                <a:spcPct val="115000"/>
              </a:lnSpc>
              <a:spcBef>
                <a:spcPts val="1600"/>
              </a:spcBef>
              <a:spcAft>
                <a:spcPts val="0"/>
              </a:spcAft>
              <a:buSzPts val="1400"/>
              <a:buNone/>
              <a:defRPr>
                <a:solidFill>
                  <a:schemeClr val="accent2"/>
                </a:solidFill>
              </a:defRPr>
            </a:lvl3pPr>
            <a:lvl4pPr lvl="3" algn="l">
              <a:lnSpc>
                <a:spcPct val="115000"/>
              </a:lnSpc>
              <a:spcBef>
                <a:spcPts val="1600"/>
              </a:spcBef>
              <a:spcAft>
                <a:spcPts val="0"/>
              </a:spcAft>
              <a:buSzPts val="1400"/>
              <a:buNone/>
              <a:defRPr>
                <a:solidFill>
                  <a:schemeClr val="accent2"/>
                </a:solidFill>
              </a:defRPr>
            </a:lvl4pPr>
            <a:lvl5pPr lvl="4" algn="l">
              <a:lnSpc>
                <a:spcPct val="115000"/>
              </a:lnSpc>
              <a:spcBef>
                <a:spcPts val="1600"/>
              </a:spcBef>
              <a:spcAft>
                <a:spcPts val="0"/>
              </a:spcAft>
              <a:buSzPts val="1400"/>
              <a:buNone/>
              <a:defRPr>
                <a:solidFill>
                  <a:schemeClr val="accent2"/>
                </a:solidFill>
              </a:defRPr>
            </a:lvl5pPr>
            <a:lvl6pPr lvl="5" algn="l">
              <a:lnSpc>
                <a:spcPct val="115000"/>
              </a:lnSpc>
              <a:spcBef>
                <a:spcPts val="1600"/>
              </a:spcBef>
              <a:spcAft>
                <a:spcPts val="0"/>
              </a:spcAft>
              <a:buSzPts val="1400"/>
              <a:buNone/>
              <a:defRPr>
                <a:solidFill>
                  <a:schemeClr val="accent2"/>
                </a:solidFill>
              </a:defRPr>
            </a:lvl6pPr>
            <a:lvl7pPr lvl="6" algn="l">
              <a:lnSpc>
                <a:spcPct val="115000"/>
              </a:lnSpc>
              <a:spcBef>
                <a:spcPts val="1600"/>
              </a:spcBef>
              <a:spcAft>
                <a:spcPts val="0"/>
              </a:spcAft>
              <a:buSzPts val="1400"/>
              <a:buNone/>
              <a:defRPr>
                <a:solidFill>
                  <a:schemeClr val="accent2"/>
                </a:solidFill>
              </a:defRPr>
            </a:lvl7pPr>
            <a:lvl8pPr lvl="7" algn="l">
              <a:lnSpc>
                <a:spcPct val="115000"/>
              </a:lnSpc>
              <a:spcBef>
                <a:spcPts val="1600"/>
              </a:spcBef>
              <a:spcAft>
                <a:spcPts val="0"/>
              </a:spcAft>
              <a:buSzPts val="1400"/>
              <a:buNone/>
              <a:defRPr>
                <a:solidFill>
                  <a:schemeClr val="accent2"/>
                </a:solidFill>
              </a:defRPr>
            </a:lvl8pPr>
            <a:lvl9pPr lvl="8" algn="l">
              <a:lnSpc>
                <a:spcPct val="115000"/>
              </a:lnSpc>
              <a:spcBef>
                <a:spcPts val="1600"/>
              </a:spcBef>
              <a:spcAft>
                <a:spcPts val="1600"/>
              </a:spcAft>
              <a:buSzPts val="1400"/>
              <a:buNone/>
              <a:defRPr>
                <a:solidFill>
                  <a:schemeClr val="accent2"/>
                </a:solidFill>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lt2"/>
        </a:solidFill>
      </p:bgPr>
    </p:bg>
    <p:spTree>
      <p:nvGrpSpPr>
        <p:cNvPr id="103" name="Shape 103"/>
        <p:cNvGrpSpPr/>
        <p:nvPr/>
      </p:nvGrpSpPr>
      <p:grpSpPr>
        <a:xfrm>
          <a:off x="0" y="0"/>
          <a:ext cx="0" cy="0"/>
          <a:chOff x="0" y="0"/>
          <a:chExt cx="0" cy="0"/>
        </a:xfrm>
      </p:grpSpPr>
      <p:pic>
        <p:nvPicPr>
          <p:cNvPr id="104" name="Google Shape;104;g3dbb17f97c8_2_9"/>
          <p:cNvPicPr preferRelativeResize="0"/>
          <p:nvPr/>
        </p:nvPicPr>
        <p:blipFill rotWithShape="1">
          <a:blip r:embed="rId2">
            <a:alphaModFix/>
          </a:blip>
          <a:srcRect b="0" l="0" r="0" t="0"/>
          <a:stretch/>
        </p:blipFill>
        <p:spPr>
          <a:xfrm>
            <a:off x="0" y="0"/>
            <a:ext cx="9144003" cy="5143501"/>
          </a:xfrm>
          <a:prstGeom prst="rect">
            <a:avLst/>
          </a:prstGeom>
          <a:noFill/>
          <a:ln>
            <a:noFill/>
          </a:ln>
        </p:spPr>
      </p:pic>
      <p:sp>
        <p:nvSpPr>
          <p:cNvPr id="105" name="Google Shape;105;g3dbb17f97c8_2_9"/>
          <p:cNvSpPr txBox="1"/>
          <p:nvPr>
            <p:ph type="title"/>
          </p:nvPr>
        </p:nvSpPr>
        <p:spPr>
          <a:xfrm>
            <a:off x="1506000" y="1385509"/>
            <a:ext cx="6131700" cy="1638600"/>
          </a:xfrm>
          <a:prstGeom prst="rect">
            <a:avLst/>
          </a:prstGeom>
          <a:noFill/>
          <a:ln>
            <a:noFill/>
          </a:ln>
        </p:spPr>
        <p:txBody>
          <a:bodyPr anchorCtr="0" anchor="b" bIns="91425" lIns="91425" spcFirstLastPara="1" rIns="91425" wrap="square" tIns="91425">
            <a:noAutofit/>
          </a:bodyPr>
          <a:lstStyle>
            <a:lvl1pPr lvl="0" algn="ctr">
              <a:lnSpc>
                <a:spcPct val="80000"/>
              </a:lnSpc>
              <a:spcBef>
                <a:spcPts val="0"/>
              </a:spcBef>
              <a:spcAft>
                <a:spcPts val="0"/>
              </a:spcAft>
              <a:buSzPts val="3600"/>
              <a:buNone/>
              <a:defRPr sz="6000"/>
            </a:lvl1pPr>
            <a:lvl2pPr lvl="1" algn="l">
              <a:lnSpc>
                <a:spcPct val="100000"/>
              </a:lnSpc>
              <a:spcBef>
                <a:spcPts val="0"/>
              </a:spcBef>
              <a:spcAft>
                <a:spcPts val="0"/>
              </a:spcAft>
              <a:buSzPts val="2800"/>
              <a:buNone/>
              <a:defRPr>
                <a:latin typeface="Montserrat"/>
                <a:ea typeface="Montserrat"/>
                <a:cs typeface="Montserrat"/>
                <a:sym typeface="Montserrat"/>
              </a:defRPr>
            </a:lvl2pPr>
            <a:lvl3pPr lvl="2" algn="l">
              <a:lnSpc>
                <a:spcPct val="100000"/>
              </a:lnSpc>
              <a:spcBef>
                <a:spcPts val="0"/>
              </a:spcBef>
              <a:spcAft>
                <a:spcPts val="0"/>
              </a:spcAft>
              <a:buSzPts val="2800"/>
              <a:buNone/>
              <a:defRPr>
                <a:latin typeface="Montserrat"/>
                <a:ea typeface="Montserrat"/>
                <a:cs typeface="Montserrat"/>
                <a:sym typeface="Montserrat"/>
              </a:defRPr>
            </a:lvl3pPr>
            <a:lvl4pPr lvl="3" algn="l">
              <a:lnSpc>
                <a:spcPct val="100000"/>
              </a:lnSpc>
              <a:spcBef>
                <a:spcPts val="0"/>
              </a:spcBef>
              <a:spcAft>
                <a:spcPts val="0"/>
              </a:spcAft>
              <a:buSzPts val="2800"/>
              <a:buNone/>
              <a:defRPr>
                <a:latin typeface="Montserrat"/>
                <a:ea typeface="Montserrat"/>
                <a:cs typeface="Montserrat"/>
                <a:sym typeface="Montserrat"/>
              </a:defRPr>
            </a:lvl4pPr>
            <a:lvl5pPr lvl="4" algn="l">
              <a:lnSpc>
                <a:spcPct val="100000"/>
              </a:lnSpc>
              <a:spcBef>
                <a:spcPts val="0"/>
              </a:spcBef>
              <a:spcAft>
                <a:spcPts val="0"/>
              </a:spcAft>
              <a:buSzPts val="2800"/>
              <a:buNone/>
              <a:defRPr>
                <a:latin typeface="Montserrat"/>
                <a:ea typeface="Montserrat"/>
                <a:cs typeface="Montserrat"/>
                <a:sym typeface="Montserrat"/>
              </a:defRPr>
            </a:lvl5pPr>
            <a:lvl6pPr lvl="5" algn="l">
              <a:lnSpc>
                <a:spcPct val="100000"/>
              </a:lnSpc>
              <a:spcBef>
                <a:spcPts val="0"/>
              </a:spcBef>
              <a:spcAft>
                <a:spcPts val="0"/>
              </a:spcAft>
              <a:buSzPts val="2800"/>
              <a:buNone/>
              <a:defRPr>
                <a:latin typeface="Montserrat"/>
                <a:ea typeface="Montserrat"/>
                <a:cs typeface="Montserrat"/>
                <a:sym typeface="Montserrat"/>
              </a:defRPr>
            </a:lvl6pPr>
            <a:lvl7pPr lvl="6" algn="l">
              <a:lnSpc>
                <a:spcPct val="100000"/>
              </a:lnSpc>
              <a:spcBef>
                <a:spcPts val="0"/>
              </a:spcBef>
              <a:spcAft>
                <a:spcPts val="0"/>
              </a:spcAft>
              <a:buSzPts val="2800"/>
              <a:buNone/>
              <a:defRPr>
                <a:latin typeface="Montserrat"/>
                <a:ea typeface="Montserrat"/>
                <a:cs typeface="Montserrat"/>
                <a:sym typeface="Montserrat"/>
              </a:defRPr>
            </a:lvl7pPr>
            <a:lvl8pPr lvl="7" algn="l">
              <a:lnSpc>
                <a:spcPct val="100000"/>
              </a:lnSpc>
              <a:spcBef>
                <a:spcPts val="0"/>
              </a:spcBef>
              <a:spcAft>
                <a:spcPts val="0"/>
              </a:spcAft>
              <a:buSzPts val="2800"/>
              <a:buNone/>
              <a:defRPr>
                <a:latin typeface="Montserrat"/>
                <a:ea typeface="Montserrat"/>
                <a:cs typeface="Montserrat"/>
                <a:sym typeface="Montserrat"/>
              </a:defRPr>
            </a:lvl8pPr>
            <a:lvl9pPr lvl="8" algn="l">
              <a:lnSpc>
                <a:spcPct val="100000"/>
              </a:lnSpc>
              <a:spcBef>
                <a:spcPts val="0"/>
              </a:spcBef>
              <a:spcAft>
                <a:spcPts val="0"/>
              </a:spcAft>
              <a:buSzPts val="2800"/>
              <a:buNone/>
              <a:defRPr>
                <a:latin typeface="Montserrat"/>
                <a:ea typeface="Montserrat"/>
                <a:cs typeface="Montserrat"/>
                <a:sym typeface="Montserrat"/>
              </a:defRPr>
            </a:lvl9pPr>
          </a:lstStyle>
          <a:p/>
        </p:txBody>
      </p:sp>
      <p:sp>
        <p:nvSpPr>
          <p:cNvPr id="106" name="Google Shape;106;g3dbb17f97c8_2_9"/>
          <p:cNvSpPr txBox="1"/>
          <p:nvPr>
            <p:ph idx="1" type="subTitle"/>
          </p:nvPr>
        </p:nvSpPr>
        <p:spPr>
          <a:xfrm>
            <a:off x="2462575" y="2959018"/>
            <a:ext cx="4218600" cy="7341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1800"/>
              <a:buNone/>
              <a:defRPr>
                <a:solidFill>
                  <a:schemeClr val="dk1"/>
                </a:solidFill>
              </a:defRPr>
            </a:lvl1pPr>
            <a:lvl2pPr lvl="1" algn="l">
              <a:lnSpc>
                <a:spcPct val="115000"/>
              </a:lnSpc>
              <a:spcBef>
                <a:spcPts val="1600"/>
              </a:spcBef>
              <a:spcAft>
                <a:spcPts val="0"/>
              </a:spcAft>
              <a:buSzPts val="1400"/>
              <a:buNone/>
              <a:defRPr/>
            </a:lvl2pPr>
            <a:lvl3pPr lvl="2" algn="l">
              <a:lnSpc>
                <a:spcPct val="115000"/>
              </a:lnSpc>
              <a:spcBef>
                <a:spcPts val="1600"/>
              </a:spcBef>
              <a:spcAft>
                <a:spcPts val="0"/>
              </a:spcAft>
              <a:buSzPts val="1400"/>
              <a:buNone/>
              <a:defRPr/>
            </a:lvl3pPr>
            <a:lvl4pPr lvl="3" algn="l">
              <a:lnSpc>
                <a:spcPct val="115000"/>
              </a:lnSpc>
              <a:spcBef>
                <a:spcPts val="1600"/>
              </a:spcBef>
              <a:spcAft>
                <a:spcPts val="0"/>
              </a:spcAft>
              <a:buSzPts val="1400"/>
              <a:buNone/>
              <a:defRPr/>
            </a:lvl4pPr>
            <a:lvl5pPr lvl="4" algn="l">
              <a:lnSpc>
                <a:spcPct val="115000"/>
              </a:lnSpc>
              <a:spcBef>
                <a:spcPts val="1600"/>
              </a:spcBef>
              <a:spcAft>
                <a:spcPts val="0"/>
              </a:spcAft>
              <a:buSzPts val="14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07" name="Shape 107"/>
        <p:cNvGrpSpPr/>
        <p:nvPr/>
      </p:nvGrpSpPr>
      <p:grpSpPr>
        <a:xfrm>
          <a:off x="0" y="0"/>
          <a:ext cx="0" cy="0"/>
          <a:chOff x="0" y="0"/>
          <a:chExt cx="0" cy="0"/>
        </a:xfrm>
      </p:grpSpPr>
      <p:sp>
        <p:nvSpPr>
          <p:cNvPr id="108" name="Google Shape;108;g3dbb17f97c8_2_13"/>
          <p:cNvSpPr txBox="1"/>
          <p:nvPr>
            <p:ph type="title"/>
          </p:nvPr>
        </p:nvSpPr>
        <p:spPr>
          <a:xfrm>
            <a:off x="311700" y="587970"/>
            <a:ext cx="4945500" cy="1137300"/>
          </a:xfrm>
          <a:prstGeom prst="rect">
            <a:avLst/>
          </a:prstGeom>
          <a:noFill/>
          <a:ln>
            <a:noFill/>
          </a:ln>
        </p:spPr>
        <p:txBody>
          <a:bodyPr anchorCtr="0" anchor="t" bIns="91425" lIns="91425" spcFirstLastPara="1" rIns="91425" wrap="square" tIns="91425">
            <a:noAutofit/>
          </a:bodyPr>
          <a:lstStyle>
            <a:lvl1pPr lvl="0" algn="l">
              <a:lnSpc>
                <a:spcPct val="80000"/>
              </a:lnSpc>
              <a:spcBef>
                <a:spcPts val="0"/>
              </a:spcBef>
              <a:spcAft>
                <a:spcPts val="0"/>
              </a:spcAft>
              <a:buClr>
                <a:srgbClr val="57068C"/>
              </a:buClr>
              <a:buSzPts val="4800"/>
              <a:buNone/>
              <a:defRPr sz="4800">
                <a:solidFill>
                  <a:srgbClr val="57068C"/>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09" name="Google Shape;109;g3dbb17f97c8_2_13"/>
          <p:cNvSpPr txBox="1"/>
          <p:nvPr>
            <p:ph idx="1" type="body"/>
          </p:nvPr>
        </p:nvSpPr>
        <p:spPr>
          <a:xfrm>
            <a:off x="311700" y="2467949"/>
            <a:ext cx="3999900" cy="1807800"/>
          </a:xfrm>
          <a:prstGeom prst="rect">
            <a:avLst/>
          </a:prstGeom>
          <a:noFill/>
          <a:ln>
            <a:noFill/>
          </a:ln>
        </p:spPr>
        <p:txBody>
          <a:bodyPr anchorCtr="0" anchor="t" bIns="91425" lIns="91425" spcFirstLastPara="1" rIns="91425" wrap="square" tIns="91425">
            <a:noAutofit/>
          </a:bodyPr>
          <a:lstStyle>
            <a:lvl1pPr indent="-304800" lvl="0" marL="457200" algn="l">
              <a:lnSpc>
                <a:spcPct val="125000"/>
              </a:lnSpc>
              <a:spcBef>
                <a:spcPts val="0"/>
              </a:spcBef>
              <a:spcAft>
                <a:spcPts val="0"/>
              </a:spcAft>
              <a:buSzPts val="1200"/>
              <a:buChar char="●"/>
              <a:defRPr sz="1200"/>
            </a:lvl1pPr>
            <a:lvl2pPr indent="-304800" lvl="1" marL="914400" algn="l">
              <a:lnSpc>
                <a:spcPct val="125000"/>
              </a:lnSpc>
              <a:spcBef>
                <a:spcPts val="800"/>
              </a:spcBef>
              <a:spcAft>
                <a:spcPts val="0"/>
              </a:spcAft>
              <a:buSzPts val="1200"/>
              <a:buChar char="○"/>
              <a:defRPr sz="1200"/>
            </a:lvl2pPr>
            <a:lvl3pPr indent="-304800" lvl="2" marL="1371600" algn="l">
              <a:lnSpc>
                <a:spcPct val="125000"/>
              </a:lnSpc>
              <a:spcBef>
                <a:spcPts val="800"/>
              </a:spcBef>
              <a:spcAft>
                <a:spcPts val="0"/>
              </a:spcAft>
              <a:buSzPts val="1200"/>
              <a:buChar char="■"/>
              <a:defRPr sz="1200"/>
            </a:lvl3pPr>
            <a:lvl4pPr indent="-304800" lvl="3" marL="1828800" algn="l">
              <a:lnSpc>
                <a:spcPct val="125000"/>
              </a:lnSpc>
              <a:spcBef>
                <a:spcPts val="800"/>
              </a:spcBef>
              <a:spcAft>
                <a:spcPts val="0"/>
              </a:spcAft>
              <a:buSzPts val="1200"/>
              <a:buChar char="●"/>
              <a:defRPr sz="1200"/>
            </a:lvl4pPr>
            <a:lvl5pPr indent="-304800" lvl="4" marL="2286000" algn="l">
              <a:lnSpc>
                <a:spcPct val="125000"/>
              </a:lnSpc>
              <a:spcBef>
                <a:spcPts val="800"/>
              </a:spcBef>
              <a:spcAft>
                <a:spcPts val="0"/>
              </a:spcAft>
              <a:buSzPts val="1200"/>
              <a:buChar char="○"/>
              <a:defRPr sz="1200"/>
            </a:lvl5pPr>
            <a:lvl6pPr indent="-304800" lvl="5" marL="2743200" algn="l">
              <a:lnSpc>
                <a:spcPct val="125000"/>
              </a:lnSpc>
              <a:spcBef>
                <a:spcPts val="800"/>
              </a:spcBef>
              <a:spcAft>
                <a:spcPts val="0"/>
              </a:spcAft>
              <a:buSzPts val="1200"/>
              <a:buChar char="■"/>
              <a:defRPr sz="1200"/>
            </a:lvl6pPr>
            <a:lvl7pPr indent="-304800" lvl="6" marL="3200400" algn="l">
              <a:lnSpc>
                <a:spcPct val="125000"/>
              </a:lnSpc>
              <a:spcBef>
                <a:spcPts val="800"/>
              </a:spcBef>
              <a:spcAft>
                <a:spcPts val="0"/>
              </a:spcAft>
              <a:buSzPts val="1200"/>
              <a:buChar char="●"/>
              <a:defRPr sz="1200"/>
            </a:lvl7pPr>
            <a:lvl8pPr indent="-304800" lvl="7" marL="3657600" algn="l">
              <a:lnSpc>
                <a:spcPct val="125000"/>
              </a:lnSpc>
              <a:spcBef>
                <a:spcPts val="800"/>
              </a:spcBef>
              <a:spcAft>
                <a:spcPts val="0"/>
              </a:spcAft>
              <a:buSzPts val="1200"/>
              <a:buChar char="○"/>
              <a:defRPr sz="1200"/>
            </a:lvl8pPr>
            <a:lvl9pPr indent="-304800" lvl="8" marL="4114800" algn="l">
              <a:lnSpc>
                <a:spcPct val="125000"/>
              </a:lnSpc>
              <a:spcBef>
                <a:spcPts val="800"/>
              </a:spcBef>
              <a:spcAft>
                <a:spcPts val="800"/>
              </a:spcAft>
              <a:buSzPts val="1200"/>
              <a:buChar char="■"/>
              <a:defRPr sz="1200"/>
            </a:lvl9pPr>
          </a:lstStyle>
          <a:p/>
        </p:txBody>
      </p:sp>
      <p:sp>
        <p:nvSpPr>
          <p:cNvPr id="110" name="Google Shape;110;g3dbb17f97c8_2_13"/>
          <p:cNvSpPr txBox="1"/>
          <p:nvPr>
            <p:ph idx="2" type="body"/>
          </p:nvPr>
        </p:nvSpPr>
        <p:spPr>
          <a:xfrm>
            <a:off x="4619925" y="2467949"/>
            <a:ext cx="3999900" cy="1807800"/>
          </a:xfrm>
          <a:prstGeom prst="rect">
            <a:avLst/>
          </a:prstGeom>
          <a:noFill/>
          <a:ln>
            <a:noFill/>
          </a:ln>
        </p:spPr>
        <p:txBody>
          <a:bodyPr anchorCtr="0" anchor="t" bIns="91425" lIns="91425" spcFirstLastPara="1" rIns="91425" wrap="square" tIns="91425">
            <a:noAutofit/>
          </a:bodyPr>
          <a:lstStyle>
            <a:lvl1pPr indent="-304800" lvl="0" marL="457200" algn="l">
              <a:lnSpc>
                <a:spcPct val="125000"/>
              </a:lnSpc>
              <a:spcBef>
                <a:spcPts val="0"/>
              </a:spcBef>
              <a:spcAft>
                <a:spcPts val="0"/>
              </a:spcAft>
              <a:buSzPts val="1200"/>
              <a:buChar char="●"/>
              <a:defRPr sz="1200"/>
            </a:lvl1pPr>
            <a:lvl2pPr indent="-304800" lvl="1" marL="914400" algn="l">
              <a:lnSpc>
                <a:spcPct val="125000"/>
              </a:lnSpc>
              <a:spcBef>
                <a:spcPts val="800"/>
              </a:spcBef>
              <a:spcAft>
                <a:spcPts val="0"/>
              </a:spcAft>
              <a:buSzPts val="1200"/>
              <a:buChar char="○"/>
              <a:defRPr sz="1200"/>
            </a:lvl2pPr>
            <a:lvl3pPr indent="-304800" lvl="2" marL="1371600" algn="l">
              <a:lnSpc>
                <a:spcPct val="125000"/>
              </a:lnSpc>
              <a:spcBef>
                <a:spcPts val="800"/>
              </a:spcBef>
              <a:spcAft>
                <a:spcPts val="0"/>
              </a:spcAft>
              <a:buSzPts val="1200"/>
              <a:buChar char="■"/>
              <a:defRPr sz="1200"/>
            </a:lvl3pPr>
            <a:lvl4pPr indent="-304800" lvl="3" marL="1828800" algn="l">
              <a:lnSpc>
                <a:spcPct val="125000"/>
              </a:lnSpc>
              <a:spcBef>
                <a:spcPts val="800"/>
              </a:spcBef>
              <a:spcAft>
                <a:spcPts val="0"/>
              </a:spcAft>
              <a:buSzPts val="1200"/>
              <a:buChar char="●"/>
              <a:defRPr sz="1200"/>
            </a:lvl4pPr>
            <a:lvl5pPr indent="-304800" lvl="4" marL="2286000" algn="l">
              <a:lnSpc>
                <a:spcPct val="125000"/>
              </a:lnSpc>
              <a:spcBef>
                <a:spcPts val="800"/>
              </a:spcBef>
              <a:spcAft>
                <a:spcPts val="0"/>
              </a:spcAft>
              <a:buSzPts val="1200"/>
              <a:buChar char="○"/>
              <a:defRPr sz="1200"/>
            </a:lvl5pPr>
            <a:lvl6pPr indent="-304800" lvl="5" marL="2743200" algn="l">
              <a:lnSpc>
                <a:spcPct val="125000"/>
              </a:lnSpc>
              <a:spcBef>
                <a:spcPts val="800"/>
              </a:spcBef>
              <a:spcAft>
                <a:spcPts val="0"/>
              </a:spcAft>
              <a:buSzPts val="1200"/>
              <a:buChar char="■"/>
              <a:defRPr sz="1200"/>
            </a:lvl6pPr>
            <a:lvl7pPr indent="-304800" lvl="6" marL="3200400" algn="l">
              <a:lnSpc>
                <a:spcPct val="125000"/>
              </a:lnSpc>
              <a:spcBef>
                <a:spcPts val="800"/>
              </a:spcBef>
              <a:spcAft>
                <a:spcPts val="0"/>
              </a:spcAft>
              <a:buSzPts val="1200"/>
              <a:buChar char="●"/>
              <a:defRPr sz="1200"/>
            </a:lvl7pPr>
            <a:lvl8pPr indent="-304800" lvl="7" marL="3657600" algn="l">
              <a:lnSpc>
                <a:spcPct val="125000"/>
              </a:lnSpc>
              <a:spcBef>
                <a:spcPts val="800"/>
              </a:spcBef>
              <a:spcAft>
                <a:spcPts val="0"/>
              </a:spcAft>
              <a:buSzPts val="1200"/>
              <a:buChar char="○"/>
              <a:defRPr sz="1200"/>
            </a:lvl8pPr>
            <a:lvl9pPr indent="-304800" lvl="8" marL="4114800" algn="l">
              <a:lnSpc>
                <a:spcPct val="125000"/>
              </a:lnSpc>
              <a:spcBef>
                <a:spcPts val="800"/>
              </a:spcBef>
              <a:spcAft>
                <a:spcPts val="800"/>
              </a:spcAft>
              <a:buSzPts val="1200"/>
              <a:buChar char="■"/>
              <a:defRPr sz="1200"/>
            </a:lvl9pPr>
          </a:lstStyle>
          <a:p/>
        </p:txBody>
      </p:sp>
      <p:pic>
        <p:nvPicPr>
          <p:cNvPr descr=" " id="111" name="Google Shape;111;g3dbb17f97c8_2_13"/>
          <p:cNvPicPr preferRelativeResize="0"/>
          <p:nvPr/>
        </p:nvPicPr>
        <p:blipFill rotWithShape="1">
          <a:blip r:embed="rId2">
            <a:alphaModFix/>
          </a:blip>
          <a:srcRect b="0" l="0" r="0" t="0"/>
          <a:stretch/>
        </p:blipFill>
        <p:spPr>
          <a:xfrm>
            <a:off x="407175" y="4539121"/>
            <a:ext cx="776077" cy="263400"/>
          </a:xfrm>
          <a:prstGeom prst="rect">
            <a:avLst/>
          </a:prstGeom>
          <a:noFill/>
          <a:ln>
            <a:noFill/>
          </a:ln>
        </p:spPr>
      </p:pic>
      <p:sp>
        <p:nvSpPr>
          <p:cNvPr id="112" name="Google Shape;112;g3dbb17f97c8_2_13"/>
          <p:cNvSpPr txBox="1"/>
          <p:nvPr/>
        </p:nvSpPr>
        <p:spPr>
          <a:xfrm>
            <a:off x="4619925" y="4517225"/>
            <a:ext cx="4192800" cy="3072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700"/>
              <a:buFont typeface="Arial"/>
              <a:buNone/>
            </a:pPr>
            <a:fld id="{00000000-1234-1234-1234-123412341234}" type="slidenum">
              <a:rPr b="1" i="0" lang="en" sz="700" u="none" cap="none" strike="noStrike">
                <a:solidFill>
                  <a:schemeClr val="accent2"/>
                </a:solidFill>
                <a:latin typeface="Montserrat"/>
                <a:ea typeface="Montserrat"/>
                <a:cs typeface="Montserrat"/>
                <a:sym typeface="Montserrat"/>
              </a:rPr>
              <a:t>‹#›</a:t>
            </a:fld>
            <a:endParaRPr b="1" i="0" sz="700" u="none" cap="none" strike="noStrike">
              <a:solidFill>
                <a:schemeClr val="accent2"/>
              </a:solidFill>
              <a:latin typeface="Montserrat"/>
              <a:ea typeface="Montserrat"/>
              <a:cs typeface="Montserrat"/>
              <a:sym typeface="Montserrat"/>
            </a:endParaRPr>
          </a:p>
        </p:txBody>
      </p:sp>
      <p:sp>
        <p:nvSpPr>
          <p:cNvPr id="113" name="Google Shape;113;g3dbb17f97c8_2_13"/>
          <p:cNvSpPr txBox="1"/>
          <p:nvPr>
            <p:ph idx="3" type="subTitle"/>
          </p:nvPr>
        </p:nvSpPr>
        <p:spPr>
          <a:xfrm>
            <a:off x="311700" y="2054620"/>
            <a:ext cx="3999900" cy="4116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800"/>
              <a:buNone/>
              <a:defRPr b="1" sz="1400">
                <a:solidFill>
                  <a:schemeClr val="dk1"/>
                </a:solidFill>
              </a:defRPr>
            </a:lvl1pPr>
            <a:lvl2pPr lvl="1" algn="l">
              <a:lnSpc>
                <a:spcPct val="115000"/>
              </a:lnSpc>
              <a:spcBef>
                <a:spcPts val="1600"/>
              </a:spcBef>
              <a:spcAft>
                <a:spcPts val="0"/>
              </a:spcAft>
              <a:buSzPts val="1400"/>
              <a:buNone/>
              <a:defRPr/>
            </a:lvl2pPr>
            <a:lvl3pPr lvl="2" algn="l">
              <a:lnSpc>
                <a:spcPct val="115000"/>
              </a:lnSpc>
              <a:spcBef>
                <a:spcPts val="1600"/>
              </a:spcBef>
              <a:spcAft>
                <a:spcPts val="0"/>
              </a:spcAft>
              <a:buSzPts val="1400"/>
              <a:buNone/>
              <a:defRPr/>
            </a:lvl3pPr>
            <a:lvl4pPr lvl="3" algn="l">
              <a:lnSpc>
                <a:spcPct val="115000"/>
              </a:lnSpc>
              <a:spcBef>
                <a:spcPts val="1600"/>
              </a:spcBef>
              <a:spcAft>
                <a:spcPts val="0"/>
              </a:spcAft>
              <a:buSzPts val="1400"/>
              <a:buNone/>
              <a:defRPr/>
            </a:lvl4pPr>
            <a:lvl5pPr lvl="4" algn="l">
              <a:lnSpc>
                <a:spcPct val="115000"/>
              </a:lnSpc>
              <a:spcBef>
                <a:spcPts val="1600"/>
              </a:spcBef>
              <a:spcAft>
                <a:spcPts val="0"/>
              </a:spcAft>
              <a:buSzPts val="14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
        <p:nvSpPr>
          <p:cNvPr id="114" name="Google Shape;114;g3dbb17f97c8_2_13"/>
          <p:cNvSpPr txBox="1"/>
          <p:nvPr>
            <p:ph idx="4" type="subTitle"/>
          </p:nvPr>
        </p:nvSpPr>
        <p:spPr>
          <a:xfrm>
            <a:off x="4619925" y="2054620"/>
            <a:ext cx="3999900" cy="4116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800"/>
              <a:buNone/>
              <a:defRPr b="1" sz="1400">
                <a:solidFill>
                  <a:schemeClr val="dk1"/>
                </a:solidFill>
              </a:defRPr>
            </a:lvl1pPr>
            <a:lvl2pPr lvl="1" algn="l">
              <a:lnSpc>
                <a:spcPct val="115000"/>
              </a:lnSpc>
              <a:spcBef>
                <a:spcPts val="1600"/>
              </a:spcBef>
              <a:spcAft>
                <a:spcPts val="0"/>
              </a:spcAft>
              <a:buSzPts val="1400"/>
              <a:buNone/>
              <a:defRPr/>
            </a:lvl2pPr>
            <a:lvl3pPr lvl="2" algn="l">
              <a:lnSpc>
                <a:spcPct val="115000"/>
              </a:lnSpc>
              <a:spcBef>
                <a:spcPts val="1600"/>
              </a:spcBef>
              <a:spcAft>
                <a:spcPts val="0"/>
              </a:spcAft>
              <a:buSzPts val="1400"/>
              <a:buNone/>
              <a:defRPr/>
            </a:lvl3pPr>
            <a:lvl4pPr lvl="3" algn="l">
              <a:lnSpc>
                <a:spcPct val="115000"/>
              </a:lnSpc>
              <a:spcBef>
                <a:spcPts val="1600"/>
              </a:spcBef>
              <a:spcAft>
                <a:spcPts val="0"/>
              </a:spcAft>
              <a:buSzPts val="1400"/>
              <a:buNone/>
              <a:defRPr/>
            </a:lvl4pPr>
            <a:lvl5pPr lvl="4" algn="l">
              <a:lnSpc>
                <a:spcPct val="115000"/>
              </a:lnSpc>
              <a:spcBef>
                <a:spcPts val="1600"/>
              </a:spcBef>
              <a:spcAft>
                <a:spcPts val="0"/>
              </a:spcAft>
              <a:buSzPts val="14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pic>
        <p:nvPicPr>
          <p:cNvPr id="115" name="Google Shape;115;g3dbb17f97c8_2_13"/>
          <p:cNvPicPr preferRelativeResize="0"/>
          <p:nvPr/>
        </p:nvPicPr>
        <p:blipFill rotWithShape="1">
          <a:blip r:embed="rId3">
            <a:alphaModFix/>
          </a:blip>
          <a:srcRect b="0" l="0" r="0" t="29770"/>
          <a:stretch/>
        </p:blipFill>
        <p:spPr>
          <a:xfrm>
            <a:off x="0" y="1"/>
            <a:ext cx="9144003" cy="263400"/>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16" name="Shape 116"/>
        <p:cNvGrpSpPr/>
        <p:nvPr/>
      </p:nvGrpSpPr>
      <p:grpSpPr>
        <a:xfrm>
          <a:off x="0" y="0"/>
          <a:ext cx="0" cy="0"/>
          <a:chOff x="0" y="0"/>
          <a:chExt cx="0" cy="0"/>
        </a:xfrm>
      </p:grpSpPr>
      <p:sp>
        <p:nvSpPr>
          <p:cNvPr id="117" name="Google Shape;117;g3dbb17f97c8_2_22"/>
          <p:cNvSpPr txBox="1"/>
          <p:nvPr>
            <p:ph type="title"/>
          </p:nvPr>
        </p:nvSpPr>
        <p:spPr>
          <a:xfrm>
            <a:off x="311700" y="708000"/>
            <a:ext cx="3132300" cy="755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57068C"/>
              </a:buClr>
              <a:buSzPts val="2400"/>
              <a:buNone/>
              <a:defRPr sz="2400">
                <a:solidFill>
                  <a:srgbClr val="57068C"/>
                </a:solidFill>
              </a:defRPr>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118" name="Google Shape;118;g3dbb17f97c8_2_22"/>
          <p:cNvSpPr txBox="1"/>
          <p:nvPr>
            <p:ph idx="1" type="body"/>
          </p:nvPr>
        </p:nvSpPr>
        <p:spPr>
          <a:xfrm>
            <a:off x="311700" y="1542000"/>
            <a:ext cx="3054600" cy="28860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1000"/>
              </a:spcBef>
              <a:spcAft>
                <a:spcPts val="0"/>
              </a:spcAft>
              <a:buSzPts val="1200"/>
              <a:buChar char="○"/>
              <a:defRPr sz="1200"/>
            </a:lvl2pPr>
            <a:lvl3pPr indent="-304800" lvl="2" marL="1371600" algn="l">
              <a:lnSpc>
                <a:spcPct val="115000"/>
              </a:lnSpc>
              <a:spcBef>
                <a:spcPts val="1000"/>
              </a:spcBef>
              <a:spcAft>
                <a:spcPts val="0"/>
              </a:spcAft>
              <a:buSzPts val="1200"/>
              <a:buChar char="■"/>
              <a:defRPr sz="1200"/>
            </a:lvl3pPr>
            <a:lvl4pPr indent="-304800" lvl="3" marL="1828800" algn="l">
              <a:lnSpc>
                <a:spcPct val="115000"/>
              </a:lnSpc>
              <a:spcBef>
                <a:spcPts val="1000"/>
              </a:spcBef>
              <a:spcAft>
                <a:spcPts val="0"/>
              </a:spcAft>
              <a:buSzPts val="1200"/>
              <a:buChar char="●"/>
              <a:defRPr sz="1200"/>
            </a:lvl4pPr>
            <a:lvl5pPr indent="-304800" lvl="4" marL="2286000" algn="l">
              <a:lnSpc>
                <a:spcPct val="115000"/>
              </a:lnSpc>
              <a:spcBef>
                <a:spcPts val="1000"/>
              </a:spcBef>
              <a:spcAft>
                <a:spcPts val="0"/>
              </a:spcAft>
              <a:buSzPts val="1200"/>
              <a:buChar char="○"/>
              <a:defRPr sz="1200"/>
            </a:lvl5pPr>
            <a:lvl6pPr indent="-304800" lvl="5" marL="2743200" algn="l">
              <a:lnSpc>
                <a:spcPct val="115000"/>
              </a:lnSpc>
              <a:spcBef>
                <a:spcPts val="1000"/>
              </a:spcBef>
              <a:spcAft>
                <a:spcPts val="0"/>
              </a:spcAft>
              <a:buSzPts val="1200"/>
              <a:buChar char="■"/>
              <a:defRPr sz="1200"/>
            </a:lvl6pPr>
            <a:lvl7pPr indent="-304800" lvl="6" marL="3200400" algn="l">
              <a:lnSpc>
                <a:spcPct val="115000"/>
              </a:lnSpc>
              <a:spcBef>
                <a:spcPts val="1000"/>
              </a:spcBef>
              <a:spcAft>
                <a:spcPts val="0"/>
              </a:spcAft>
              <a:buSzPts val="1200"/>
              <a:buChar char="●"/>
              <a:defRPr sz="1200"/>
            </a:lvl7pPr>
            <a:lvl8pPr indent="-304800" lvl="7" marL="3657600" algn="l">
              <a:lnSpc>
                <a:spcPct val="115000"/>
              </a:lnSpc>
              <a:spcBef>
                <a:spcPts val="1000"/>
              </a:spcBef>
              <a:spcAft>
                <a:spcPts val="0"/>
              </a:spcAft>
              <a:buSzPts val="1200"/>
              <a:buChar char="○"/>
              <a:defRPr sz="1200"/>
            </a:lvl8pPr>
            <a:lvl9pPr indent="-304800" lvl="8" marL="4114800" algn="l">
              <a:lnSpc>
                <a:spcPct val="115000"/>
              </a:lnSpc>
              <a:spcBef>
                <a:spcPts val="1000"/>
              </a:spcBef>
              <a:spcAft>
                <a:spcPts val="1000"/>
              </a:spcAft>
              <a:buSzPts val="1200"/>
              <a:buChar char="■"/>
              <a:defRPr sz="1200"/>
            </a:lvl9pPr>
          </a:lstStyle>
          <a:p/>
        </p:txBody>
      </p:sp>
      <p:pic>
        <p:nvPicPr>
          <p:cNvPr descr=" " id="119" name="Google Shape;119;g3dbb17f97c8_2_22"/>
          <p:cNvPicPr preferRelativeResize="0"/>
          <p:nvPr/>
        </p:nvPicPr>
        <p:blipFill rotWithShape="1">
          <a:blip r:embed="rId2">
            <a:alphaModFix/>
          </a:blip>
          <a:srcRect b="0" l="0" r="0" t="0"/>
          <a:stretch/>
        </p:blipFill>
        <p:spPr>
          <a:xfrm>
            <a:off x="407175" y="4539121"/>
            <a:ext cx="776077" cy="263400"/>
          </a:xfrm>
          <a:prstGeom prst="rect">
            <a:avLst/>
          </a:prstGeom>
          <a:noFill/>
          <a:ln>
            <a:noFill/>
          </a:ln>
        </p:spPr>
      </p:pic>
      <p:sp>
        <p:nvSpPr>
          <p:cNvPr id="120" name="Google Shape;120;g3dbb17f97c8_2_22"/>
          <p:cNvSpPr txBox="1"/>
          <p:nvPr/>
        </p:nvSpPr>
        <p:spPr>
          <a:xfrm>
            <a:off x="4619925" y="4517225"/>
            <a:ext cx="4192800" cy="3072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700"/>
              <a:buFont typeface="Arial"/>
              <a:buNone/>
            </a:pPr>
            <a:fld id="{00000000-1234-1234-1234-123412341234}" type="slidenum">
              <a:rPr b="1" i="0" lang="en" sz="700" u="none" cap="none" strike="noStrike">
                <a:solidFill>
                  <a:schemeClr val="accent2"/>
                </a:solidFill>
                <a:latin typeface="Montserrat"/>
                <a:ea typeface="Montserrat"/>
                <a:cs typeface="Montserrat"/>
                <a:sym typeface="Montserrat"/>
              </a:rPr>
              <a:t>‹#›</a:t>
            </a:fld>
            <a:endParaRPr b="1" i="0" sz="700" u="none" cap="none" strike="noStrike">
              <a:solidFill>
                <a:schemeClr val="accent2"/>
              </a:solidFill>
              <a:latin typeface="Montserrat"/>
              <a:ea typeface="Montserrat"/>
              <a:cs typeface="Montserrat"/>
              <a:sym typeface="Montserrat"/>
            </a:endParaRPr>
          </a:p>
        </p:txBody>
      </p:sp>
      <p:pic>
        <p:nvPicPr>
          <p:cNvPr id="121" name="Google Shape;121;g3dbb17f97c8_2_22"/>
          <p:cNvPicPr preferRelativeResize="0"/>
          <p:nvPr/>
        </p:nvPicPr>
        <p:blipFill rotWithShape="1">
          <a:blip r:embed="rId3">
            <a:alphaModFix/>
          </a:blip>
          <a:srcRect b="0" l="0" r="0" t="29770"/>
          <a:stretch/>
        </p:blipFill>
        <p:spPr>
          <a:xfrm>
            <a:off x="0" y="1"/>
            <a:ext cx="9144003" cy="263400"/>
          </a:xfrm>
          <a:prstGeom prst="rect">
            <a:avLst/>
          </a:prstGeom>
          <a:noFill/>
          <a:ln>
            <a:noFill/>
          </a:ln>
        </p:spPr>
      </p:pic>
    </p:spTree>
  </p:cSld>
  <p:clrMapOvr>
    <a:masterClrMapping/>
  </p:clrMapOvr>
  <p:extLst>
    <p:ext uri="{DCECCB84-F9BA-43D5-87BE-67443E8EF086}">
      <p15:sldGuideLst>
        <p15:guide id="1" orient="horz" pos="432">
          <p15:clr>
            <a:srgbClr val="FA7B17"/>
          </p15:clr>
        </p15:guide>
      </p15:sldGuideLst>
    </p:ext>
  </p:extLst>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22" name="Shape 122"/>
        <p:cNvGrpSpPr/>
        <p:nvPr/>
      </p:nvGrpSpPr>
      <p:grpSpPr>
        <a:xfrm>
          <a:off x="0" y="0"/>
          <a:ext cx="0" cy="0"/>
          <a:chOff x="0" y="0"/>
          <a:chExt cx="0" cy="0"/>
        </a:xfrm>
      </p:grpSpPr>
      <p:sp>
        <p:nvSpPr>
          <p:cNvPr id="123" name="Google Shape;123;g3dbb17f97c8_2_28"/>
          <p:cNvSpPr txBox="1"/>
          <p:nvPr>
            <p:ph type="title"/>
          </p:nvPr>
        </p:nvSpPr>
        <p:spPr>
          <a:xfrm>
            <a:off x="311700" y="530680"/>
            <a:ext cx="84249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rgbClr val="57068C"/>
              </a:buClr>
              <a:buSzPts val="3600"/>
              <a:buNone/>
              <a:defRPr>
                <a:solidFill>
                  <a:srgbClr val="57068C"/>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descr=" " id="124" name="Google Shape;124;g3dbb17f97c8_2_28"/>
          <p:cNvPicPr preferRelativeResize="0"/>
          <p:nvPr/>
        </p:nvPicPr>
        <p:blipFill rotWithShape="1">
          <a:blip r:embed="rId2">
            <a:alphaModFix/>
          </a:blip>
          <a:srcRect b="0" l="0" r="0" t="0"/>
          <a:stretch/>
        </p:blipFill>
        <p:spPr>
          <a:xfrm>
            <a:off x="407175" y="4539121"/>
            <a:ext cx="776077" cy="263400"/>
          </a:xfrm>
          <a:prstGeom prst="rect">
            <a:avLst/>
          </a:prstGeom>
          <a:noFill/>
          <a:ln>
            <a:noFill/>
          </a:ln>
        </p:spPr>
      </p:pic>
      <p:sp>
        <p:nvSpPr>
          <p:cNvPr id="125" name="Google Shape;125;g3dbb17f97c8_2_28"/>
          <p:cNvSpPr txBox="1"/>
          <p:nvPr/>
        </p:nvSpPr>
        <p:spPr>
          <a:xfrm>
            <a:off x="4619925" y="4517225"/>
            <a:ext cx="4192800" cy="3072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700"/>
              <a:buFont typeface="Arial"/>
              <a:buNone/>
            </a:pPr>
            <a:fld id="{00000000-1234-1234-1234-123412341234}" type="slidenum">
              <a:rPr b="1" i="0" lang="en" sz="700" u="none" cap="none" strike="noStrike">
                <a:solidFill>
                  <a:schemeClr val="accent2"/>
                </a:solidFill>
                <a:latin typeface="Montserrat"/>
                <a:ea typeface="Montserrat"/>
                <a:cs typeface="Montserrat"/>
                <a:sym typeface="Montserrat"/>
              </a:rPr>
              <a:t>‹#›</a:t>
            </a:fld>
            <a:endParaRPr b="1" i="0" sz="700" u="none" cap="none" strike="noStrike">
              <a:solidFill>
                <a:schemeClr val="accent2"/>
              </a:solidFill>
              <a:latin typeface="Montserrat"/>
              <a:ea typeface="Montserrat"/>
              <a:cs typeface="Montserrat"/>
              <a:sym typeface="Montserrat"/>
            </a:endParaRPr>
          </a:p>
        </p:txBody>
      </p:sp>
      <p:pic>
        <p:nvPicPr>
          <p:cNvPr id="126" name="Google Shape;126;g3dbb17f97c8_2_28"/>
          <p:cNvPicPr preferRelativeResize="0"/>
          <p:nvPr/>
        </p:nvPicPr>
        <p:blipFill rotWithShape="1">
          <a:blip r:embed="rId3">
            <a:alphaModFix/>
          </a:blip>
          <a:srcRect b="0" l="0" r="0" t="29770"/>
          <a:stretch/>
        </p:blipFill>
        <p:spPr>
          <a:xfrm>
            <a:off x="0" y="1"/>
            <a:ext cx="9144003" cy="263400"/>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27" name="Shape 127"/>
        <p:cNvGrpSpPr/>
        <p:nvPr/>
      </p:nvGrpSpPr>
      <p:grpSpPr>
        <a:xfrm>
          <a:off x="0" y="0"/>
          <a:ext cx="0" cy="0"/>
          <a:chOff x="0" y="0"/>
          <a:chExt cx="0" cy="0"/>
        </a:xfrm>
      </p:grpSpPr>
      <p:sp>
        <p:nvSpPr>
          <p:cNvPr id="128" name="Google Shape;128;g3dbb17f97c8_2_33"/>
          <p:cNvSpPr txBox="1"/>
          <p:nvPr>
            <p:ph type="title"/>
          </p:nvPr>
        </p:nvSpPr>
        <p:spPr>
          <a:xfrm>
            <a:off x="1772975" y="528144"/>
            <a:ext cx="5597700" cy="2475300"/>
          </a:xfrm>
          <a:prstGeom prst="rect">
            <a:avLst/>
          </a:prstGeom>
          <a:noFill/>
          <a:ln>
            <a:noFill/>
          </a:ln>
        </p:spPr>
        <p:txBody>
          <a:bodyPr anchorCtr="0" anchor="ctr" bIns="91425" lIns="91425" spcFirstLastPara="1" rIns="91425" wrap="square" tIns="91425">
            <a:noAutofit/>
          </a:bodyPr>
          <a:lstStyle>
            <a:lvl1pPr lvl="0" algn="ctr">
              <a:lnSpc>
                <a:spcPct val="80000"/>
              </a:lnSpc>
              <a:spcBef>
                <a:spcPts val="0"/>
              </a:spcBef>
              <a:spcAft>
                <a:spcPts val="0"/>
              </a:spcAft>
              <a:buClr>
                <a:srgbClr val="57068C"/>
              </a:buClr>
              <a:buSzPts val="5600"/>
              <a:buNone/>
              <a:defRPr sz="5600">
                <a:solidFill>
                  <a:srgbClr val="57068C"/>
                </a:solidFill>
              </a:defRPr>
            </a:lvl1pPr>
            <a:lvl2pPr lvl="1" algn="l">
              <a:lnSpc>
                <a:spcPct val="80000"/>
              </a:lnSpc>
              <a:spcBef>
                <a:spcPts val="0"/>
              </a:spcBef>
              <a:spcAft>
                <a:spcPts val="0"/>
              </a:spcAft>
              <a:buSzPts val="4800"/>
              <a:buNone/>
              <a:defRPr sz="4800"/>
            </a:lvl2pPr>
            <a:lvl3pPr lvl="2" algn="l">
              <a:lnSpc>
                <a:spcPct val="80000"/>
              </a:lnSpc>
              <a:spcBef>
                <a:spcPts val="0"/>
              </a:spcBef>
              <a:spcAft>
                <a:spcPts val="0"/>
              </a:spcAft>
              <a:buSzPts val="4800"/>
              <a:buNone/>
              <a:defRPr sz="4800"/>
            </a:lvl3pPr>
            <a:lvl4pPr lvl="3" algn="l">
              <a:lnSpc>
                <a:spcPct val="80000"/>
              </a:lnSpc>
              <a:spcBef>
                <a:spcPts val="0"/>
              </a:spcBef>
              <a:spcAft>
                <a:spcPts val="0"/>
              </a:spcAft>
              <a:buSzPts val="4800"/>
              <a:buNone/>
              <a:defRPr sz="4800"/>
            </a:lvl4pPr>
            <a:lvl5pPr lvl="4" algn="l">
              <a:lnSpc>
                <a:spcPct val="80000"/>
              </a:lnSpc>
              <a:spcBef>
                <a:spcPts val="0"/>
              </a:spcBef>
              <a:spcAft>
                <a:spcPts val="0"/>
              </a:spcAft>
              <a:buSzPts val="4800"/>
              <a:buNone/>
              <a:defRPr sz="4800"/>
            </a:lvl5pPr>
            <a:lvl6pPr lvl="5" algn="l">
              <a:lnSpc>
                <a:spcPct val="80000"/>
              </a:lnSpc>
              <a:spcBef>
                <a:spcPts val="0"/>
              </a:spcBef>
              <a:spcAft>
                <a:spcPts val="0"/>
              </a:spcAft>
              <a:buSzPts val="4800"/>
              <a:buNone/>
              <a:defRPr sz="4800"/>
            </a:lvl6pPr>
            <a:lvl7pPr lvl="6" algn="l">
              <a:lnSpc>
                <a:spcPct val="80000"/>
              </a:lnSpc>
              <a:spcBef>
                <a:spcPts val="0"/>
              </a:spcBef>
              <a:spcAft>
                <a:spcPts val="0"/>
              </a:spcAft>
              <a:buSzPts val="4800"/>
              <a:buNone/>
              <a:defRPr sz="4800"/>
            </a:lvl7pPr>
            <a:lvl8pPr lvl="7" algn="l">
              <a:lnSpc>
                <a:spcPct val="80000"/>
              </a:lnSpc>
              <a:spcBef>
                <a:spcPts val="0"/>
              </a:spcBef>
              <a:spcAft>
                <a:spcPts val="0"/>
              </a:spcAft>
              <a:buSzPts val="4800"/>
              <a:buNone/>
              <a:defRPr sz="4800"/>
            </a:lvl8pPr>
            <a:lvl9pPr lvl="8" algn="l">
              <a:lnSpc>
                <a:spcPct val="80000"/>
              </a:lnSpc>
              <a:spcBef>
                <a:spcPts val="0"/>
              </a:spcBef>
              <a:spcAft>
                <a:spcPts val="0"/>
              </a:spcAft>
              <a:buSzPts val="4800"/>
              <a:buNone/>
              <a:defRPr sz="4800"/>
            </a:lvl9pPr>
          </a:lstStyle>
          <a:p/>
        </p:txBody>
      </p:sp>
      <p:pic>
        <p:nvPicPr>
          <p:cNvPr descr=" " id="129" name="Google Shape;129;g3dbb17f97c8_2_33"/>
          <p:cNvPicPr preferRelativeResize="0"/>
          <p:nvPr/>
        </p:nvPicPr>
        <p:blipFill rotWithShape="1">
          <a:blip r:embed="rId2">
            <a:alphaModFix/>
          </a:blip>
          <a:srcRect b="0" l="0" r="0" t="0"/>
          <a:stretch/>
        </p:blipFill>
        <p:spPr>
          <a:xfrm>
            <a:off x="407175" y="4539121"/>
            <a:ext cx="776077" cy="263400"/>
          </a:xfrm>
          <a:prstGeom prst="rect">
            <a:avLst/>
          </a:prstGeom>
          <a:noFill/>
          <a:ln>
            <a:noFill/>
          </a:ln>
        </p:spPr>
      </p:pic>
      <p:sp>
        <p:nvSpPr>
          <p:cNvPr id="130" name="Google Shape;130;g3dbb17f97c8_2_33"/>
          <p:cNvSpPr txBox="1"/>
          <p:nvPr/>
        </p:nvSpPr>
        <p:spPr>
          <a:xfrm>
            <a:off x="4619925" y="4517225"/>
            <a:ext cx="4192800" cy="3072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700"/>
              <a:buFont typeface="Arial"/>
              <a:buNone/>
            </a:pPr>
            <a:fld id="{00000000-1234-1234-1234-123412341234}" type="slidenum">
              <a:rPr b="1" i="0" lang="en" sz="700" u="none" cap="none" strike="noStrike">
                <a:solidFill>
                  <a:schemeClr val="accent2"/>
                </a:solidFill>
                <a:latin typeface="Montserrat"/>
                <a:ea typeface="Montserrat"/>
                <a:cs typeface="Montserrat"/>
                <a:sym typeface="Montserrat"/>
              </a:rPr>
              <a:t>‹#›</a:t>
            </a:fld>
            <a:endParaRPr b="1" i="0" sz="700" u="none" cap="none" strike="noStrike">
              <a:solidFill>
                <a:schemeClr val="accent2"/>
              </a:solidFill>
              <a:latin typeface="Montserrat"/>
              <a:ea typeface="Montserrat"/>
              <a:cs typeface="Montserrat"/>
              <a:sym typeface="Montserrat"/>
            </a:endParaRPr>
          </a:p>
        </p:txBody>
      </p:sp>
      <p:sp>
        <p:nvSpPr>
          <p:cNvPr id="131" name="Google Shape;131;g3dbb17f97c8_2_33"/>
          <p:cNvSpPr txBox="1"/>
          <p:nvPr>
            <p:ph idx="1" type="body"/>
          </p:nvPr>
        </p:nvSpPr>
        <p:spPr>
          <a:xfrm>
            <a:off x="2120250" y="2660325"/>
            <a:ext cx="4903500" cy="1615500"/>
          </a:xfrm>
          <a:prstGeom prst="rect">
            <a:avLst/>
          </a:prstGeom>
          <a:noFill/>
          <a:ln>
            <a:noFill/>
          </a:ln>
        </p:spPr>
        <p:txBody>
          <a:bodyPr anchorCtr="0" anchor="t" bIns="91425" lIns="91425" spcFirstLastPara="1" rIns="91425" wrap="square" tIns="91425">
            <a:noAutofit/>
          </a:bodyPr>
          <a:lstStyle>
            <a:lvl1pPr indent="-330200" lvl="0" marL="457200" algn="ctr">
              <a:lnSpc>
                <a:spcPct val="125000"/>
              </a:lnSpc>
              <a:spcBef>
                <a:spcPts val="0"/>
              </a:spcBef>
              <a:spcAft>
                <a:spcPts val="0"/>
              </a:spcAft>
              <a:buSzPts val="1600"/>
              <a:buChar char="●"/>
              <a:defRPr sz="1600"/>
            </a:lvl1pPr>
            <a:lvl2pPr indent="-330200" lvl="1" marL="914400" algn="ctr">
              <a:lnSpc>
                <a:spcPct val="125000"/>
              </a:lnSpc>
              <a:spcBef>
                <a:spcPts val="0"/>
              </a:spcBef>
              <a:spcAft>
                <a:spcPts val="0"/>
              </a:spcAft>
              <a:buSzPts val="1600"/>
              <a:buChar char="○"/>
              <a:defRPr sz="1600"/>
            </a:lvl2pPr>
            <a:lvl3pPr indent="-330200" lvl="2" marL="1371600" algn="ctr">
              <a:lnSpc>
                <a:spcPct val="125000"/>
              </a:lnSpc>
              <a:spcBef>
                <a:spcPts val="0"/>
              </a:spcBef>
              <a:spcAft>
                <a:spcPts val="0"/>
              </a:spcAft>
              <a:buSzPts val="1600"/>
              <a:buChar char="■"/>
              <a:defRPr sz="1600"/>
            </a:lvl3pPr>
            <a:lvl4pPr indent="-330200" lvl="3" marL="1828800" algn="ctr">
              <a:lnSpc>
                <a:spcPct val="125000"/>
              </a:lnSpc>
              <a:spcBef>
                <a:spcPts val="0"/>
              </a:spcBef>
              <a:spcAft>
                <a:spcPts val="0"/>
              </a:spcAft>
              <a:buSzPts val="1600"/>
              <a:buChar char="●"/>
              <a:defRPr sz="1600"/>
            </a:lvl4pPr>
            <a:lvl5pPr indent="-330200" lvl="4" marL="2286000" algn="ctr">
              <a:lnSpc>
                <a:spcPct val="125000"/>
              </a:lnSpc>
              <a:spcBef>
                <a:spcPts val="0"/>
              </a:spcBef>
              <a:spcAft>
                <a:spcPts val="0"/>
              </a:spcAft>
              <a:buSzPts val="1600"/>
              <a:buChar char="○"/>
              <a:defRPr sz="1600"/>
            </a:lvl5pPr>
            <a:lvl6pPr indent="-330200" lvl="5" marL="2743200" algn="ctr">
              <a:lnSpc>
                <a:spcPct val="125000"/>
              </a:lnSpc>
              <a:spcBef>
                <a:spcPts val="0"/>
              </a:spcBef>
              <a:spcAft>
                <a:spcPts val="0"/>
              </a:spcAft>
              <a:buSzPts val="1600"/>
              <a:buChar char="■"/>
              <a:defRPr sz="1600"/>
            </a:lvl6pPr>
            <a:lvl7pPr indent="-330200" lvl="6" marL="3200400" algn="ctr">
              <a:lnSpc>
                <a:spcPct val="125000"/>
              </a:lnSpc>
              <a:spcBef>
                <a:spcPts val="0"/>
              </a:spcBef>
              <a:spcAft>
                <a:spcPts val="0"/>
              </a:spcAft>
              <a:buSzPts val="1600"/>
              <a:buChar char="●"/>
              <a:defRPr sz="1600"/>
            </a:lvl7pPr>
            <a:lvl8pPr indent="-330200" lvl="7" marL="3657600" algn="ctr">
              <a:lnSpc>
                <a:spcPct val="125000"/>
              </a:lnSpc>
              <a:spcBef>
                <a:spcPts val="0"/>
              </a:spcBef>
              <a:spcAft>
                <a:spcPts val="0"/>
              </a:spcAft>
              <a:buSzPts val="1600"/>
              <a:buChar char="○"/>
              <a:defRPr sz="1600"/>
            </a:lvl8pPr>
            <a:lvl9pPr indent="-330200" lvl="8" marL="4114800" algn="ctr">
              <a:lnSpc>
                <a:spcPct val="125000"/>
              </a:lnSpc>
              <a:spcBef>
                <a:spcPts val="0"/>
              </a:spcBef>
              <a:spcAft>
                <a:spcPts val="0"/>
              </a:spcAft>
              <a:buSzPts val="1600"/>
              <a:buChar char="■"/>
              <a:defRPr sz="1600"/>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and Text">
  <p:cSld name="CUSTOM">
    <p:spTree>
      <p:nvGrpSpPr>
        <p:cNvPr id="132" name="Shape 132"/>
        <p:cNvGrpSpPr/>
        <p:nvPr/>
      </p:nvGrpSpPr>
      <p:grpSpPr>
        <a:xfrm>
          <a:off x="0" y="0"/>
          <a:ext cx="0" cy="0"/>
          <a:chOff x="0" y="0"/>
          <a:chExt cx="0" cy="0"/>
        </a:xfrm>
      </p:grpSpPr>
      <p:pic>
        <p:nvPicPr>
          <p:cNvPr id="133" name="Google Shape;133;g3dbb17f97c8_2_38"/>
          <p:cNvPicPr preferRelativeResize="0"/>
          <p:nvPr/>
        </p:nvPicPr>
        <p:blipFill rotWithShape="1">
          <a:blip r:embed="rId2">
            <a:alphaModFix/>
          </a:blip>
          <a:srcRect b="0" l="0" r="0" t="0"/>
          <a:stretch/>
        </p:blipFill>
        <p:spPr>
          <a:xfrm>
            <a:off x="0" y="0"/>
            <a:ext cx="9143997" cy="5143510"/>
          </a:xfrm>
          <a:prstGeom prst="rect">
            <a:avLst/>
          </a:prstGeom>
          <a:noFill/>
          <a:ln>
            <a:noFill/>
          </a:ln>
        </p:spPr>
      </p:pic>
      <p:pic>
        <p:nvPicPr>
          <p:cNvPr descr=" " id="134" name="Google Shape;134;g3dbb17f97c8_2_38"/>
          <p:cNvPicPr preferRelativeResize="0"/>
          <p:nvPr/>
        </p:nvPicPr>
        <p:blipFill rotWithShape="1">
          <a:blip r:embed="rId3">
            <a:alphaModFix/>
          </a:blip>
          <a:srcRect b="0" l="0" r="0" t="0"/>
          <a:stretch/>
        </p:blipFill>
        <p:spPr>
          <a:xfrm>
            <a:off x="407175" y="4539121"/>
            <a:ext cx="776077" cy="263400"/>
          </a:xfrm>
          <a:prstGeom prst="rect">
            <a:avLst/>
          </a:prstGeom>
          <a:noFill/>
          <a:ln>
            <a:noFill/>
          </a:ln>
        </p:spPr>
      </p:pic>
      <p:sp>
        <p:nvSpPr>
          <p:cNvPr id="135" name="Google Shape;135;g3dbb17f97c8_2_38"/>
          <p:cNvSpPr txBox="1"/>
          <p:nvPr/>
        </p:nvSpPr>
        <p:spPr>
          <a:xfrm>
            <a:off x="4619925" y="4517225"/>
            <a:ext cx="4192800" cy="3072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700"/>
              <a:buFont typeface="Arial"/>
              <a:buNone/>
            </a:pPr>
            <a:fld id="{00000000-1234-1234-1234-123412341234}" type="slidenum">
              <a:rPr b="1" i="0" lang="en" sz="700" u="none" cap="none" strike="noStrike">
                <a:solidFill>
                  <a:schemeClr val="accent2"/>
                </a:solidFill>
                <a:latin typeface="Montserrat"/>
                <a:ea typeface="Montserrat"/>
                <a:cs typeface="Montserrat"/>
                <a:sym typeface="Montserrat"/>
              </a:rPr>
              <a:t>‹#›</a:t>
            </a:fld>
            <a:endParaRPr b="1" i="0" sz="700" u="none" cap="none" strike="noStrike">
              <a:solidFill>
                <a:schemeClr val="accent2"/>
              </a:solidFill>
              <a:latin typeface="Montserrat"/>
              <a:ea typeface="Montserrat"/>
              <a:cs typeface="Montserrat"/>
              <a:sym typeface="Montserrat"/>
            </a:endParaRPr>
          </a:p>
        </p:txBody>
      </p:sp>
      <p:sp>
        <p:nvSpPr>
          <p:cNvPr id="136" name="Google Shape;136;g3dbb17f97c8_2_38"/>
          <p:cNvSpPr txBox="1"/>
          <p:nvPr>
            <p:ph type="title"/>
          </p:nvPr>
        </p:nvSpPr>
        <p:spPr>
          <a:xfrm>
            <a:off x="4969800" y="1412750"/>
            <a:ext cx="3766800" cy="1374600"/>
          </a:xfrm>
          <a:prstGeom prst="rect">
            <a:avLst/>
          </a:prstGeom>
          <a:noFill/>
          <a:ln>
            <a:noFill/>
          </a:ln>
        </p:spPr>
        <p:txBody>
          <a:bodyPr anchorCtr="0" anchor="b" bIns="91425" lIns="91425" spcFirstLastPara="1" rIns="91425" wrap="square" tIns="91425">
            <a:noAutofit/>
          </a:bodyPr>
          <a:lstStyle>
            <a:lvl1pPr lvl="0" algn="l">
              <a:lnSpc>
                <a:spcPct val="80000"/>
              </a:lnSpc>
              <a:spcBef>
                <a:spcPts val="0"/>
              </a:spcBef>
              <a:spcAft>
                <a:spcPts val="0"/>
              </a:spcAft>
              <a:buClr>
                <a:srgbClr val="57068C"/>
              </a:buClr>
              <a:buSzPts val="3600"/>
              <a:buNone/>
              <a:defRPr>
                <a:solidFill>
                  <a:srgbClr val="57068C"/>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37" name="Google Shape;137;g3dbb17f97c8_2_38"/>
          <p:cNvSpPr txBox="1"/>
          <p:nvPr>
            <p:ph idx="1" type="body"/>
          </p:nvPr>
        </p:nvSpPr>
        <p:spPr>
          <a:xfrm>
            <a:off x="4969675" y="2901150"/>
            <a:ext cx="3766800" cy="1374600"/>
          </a:xfrm>
          <a:prstGeom prst="rect">
            <a:avLst/>
          </a:prstGeom>
          <a:noFill/>
          <a:ln>
            <a:noFill/>
          </a:ln>
        </p:spPr>
        <p:txBody>
          <a:bodyPr anchorCtr="0" anchor="t" bIns="91425" lIns="91425" spcFirstLastPara="1" rIns="91425" wrap="square" tIns="91425">
            <a:noAutofit/>
          </a:bodyPr>
          <a:lstStyle>
            <a:lvl1pPr indent="-298450" lvl="0" marL="457200" algn="l">
              <a:lnSpc>
                <a:spcPct val="125000"/>
              </a:lnSpc>
              <a:spcBef>
                <a:spcPts val="0"/>
              </a:spcBef>
              <a:spcAft>
                <a:spcPts val="0"/>
              </a:spcAft>
              <a:buSzPts val="1100"/>
              <a:buChar char="●"/>
              <a:defRPr sz="1100"/>
            </a:lvl1pPr>
            <a:lvl2pPr indent="-298450" lvl="1" marL="914400" algn="l">
              <a:lnSpc>
                <a:spcPct val="125000"/>
              </a:lnSpc>
              <a:spcBef>
                <a:spcPts val="800"/>
              </a:spcBef>
              <a:spcAft>
                <a:spcPts val="0"/>
              </a:spcAft>
              <a:buSzPts val="1100"/>
              <a:buChar char="○"/>
              <a:defRPr sz="1100"/>
            </a:lvl2pPr>
            <a:lvl3pPr indent="-298450" lvl="2" marL="1371600" algn="l">
              <a:lnSpc>
                <a:spcPct val="125000"/>
              </a:lnSpc>
              <a:spcBef>
                <a:spcPts val="800"/>
              </a:spcBef>
              <a:spcAft>
                <a:spcPts val="0"/>
              </a:spcAft>
              <a:buSzPts val="1100"/>
              <a:buChar char="■"/>
              <a:defRPr sz="1100"/>
            </a:lvl3pPr>
            <a:lvl4pPr indent="-298450" lvl="3" marL="1828800" algn="l">
              <a:lnSpc>
                <a:spcPct val="125000"/>
              </a:lnSpc>
              <a:spcBef>
                <a:spcPts val="800"/>
              </a:spcBef>
              <a:spcAft>
                <a:spcPts val="0"/>
              </a:spcAft>
              <a:buSzPts val="1100"/>
              <a:buChar char="●"/>
              <a:defRPr sz="1100"/>
            </a:lvl4pPr>
            <a:lvl5pPr indent="-298450" lvl="4" marL="2286000" algn="l">
              <a:lnSpc>
                <a:spcPct val="125000"/>
              </a:lnSpc>
              <a:spcBef>
                <a:spcPts val="800"/>
              </a:spcBef>
              <a:spcAft>
                <a:spcPts val="0"/>
              </a:spcAft>
              <a:buSzPts val="1100"/>
              <a:buChar char="○"/>
              <a:defRPr sz="1100"/>
            </a:lvl5pPr>
            <a:lvl6pPr indent="-298450" lvl="5" marL="2743200" algn="l">
              <a:lnSpc>
                <a:spcPct val="125000"/>
              </a:lnSpc>
              <a:spcBef>
                <a:spcPts val="800"/>
              </a:spcBef>
              <a:spcAft>
                <a:spcPts val="0"/>
              </a:spcAft>
              <a:buSzPts val="1100"/>
              <a:buChar char="■"/>
              <a:defRPr sz="1100"/>
            </a:lvl6pPr>
            <a:lvl7pPr indent="-298450" lvl="6" marL="3200400" algn="l">
              <a:lnSpc>
                <a:spcPct val="125000"/>
              </a:lnSpc>
              <a:spcBef>
                <a:spcPts val="800"/>
              </a:spcBef>
              <a:spcAft>
                <a:spcPts val="0"/>
              </a:spcAft>
              <a:buSzPts val="1100"/>
              <a:buChar char="●"/>
              <a:defRPr sz="1100"/>
            </a:lvl7pPr>
            <a:lvl8pPr indent="-298450" lvl="7" marL="3657600" algn="l">
              <a:lnSpc>
                <a:spcPct val="125000"/>
              </a:lnSpc>
              <a:spcBef>
                <a:spcPts val="800"/>
              </a:spcBef>
              <a:spcAft>
                <a:spcPts val="0"/>
              </a:spcAft>
              <a:buSzPts val="1100"/>
              <a:buChar char="○"/>
              <a:defRPr sz="1100"/>
            </a:lvl8pPr>
            <a:lvl9pPr indent="-298450" lvl="8" marL="4114800" algn="l">
              <a:lnSpc>
                <a:spcPct val="125000"/>
              </a:lnSpc>
              <a:spcBef>
                <a:spcPts val="800"/>
              </a:spcBef>
              <a:spcAft>
                <a:spcPts val="800"/>
              </a:spcAft>
              <a:buSzPts val="1100"/>
              <a:buChar char="■"/>
              <a:defRPr sz="1100"/>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38" name="Shape 138"/>
        <p:cNvGrpSpPr/>
        <p:nvPr/>
      </p:nvGrpSpPr>
      <p:grpSpPr>
        <a:xfrm>
          <a:off x="0" y="0"/>
          <a:ext cx="0" cy="0"/>
          <a:chOff x="0" y="0"/>
          <a:chExt cx="0" cy="0"/>
        </a:xfrm>
      </p:grpSpPr>
      <p:sp>
        <p:nvSpPr>
          <p:cNvPr descr=" " id="139" name="Google Shape;139;g3dbb17f97c8_2_44"/>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 name="Google Shape;140;g3dbb17f97c8_2_44"/>
          <p:cNvSpPr txBox="1"/>
          <p:nvPr>
            <p:ph type="title"/>
          </p:nvPr>
        </p:nvSpPr>
        <p:spPr>
          <a:xfrm>
            <a:off x="294375" y="1233175"/>
            <a:ext cx="4079100" cy="1482300"/>
          </a:xfrm>
          <a:prstGeom prst="rect">
            <a:avLst/>
          </a:prstGeom>
          <a:noFill/>
          <a:ln>
            <a:noFill/>
          </a:ln>
        </p:spPr>
        <p:txBody>
          <a:bodyPr anchorCtr="0" anchor="b" bIns="91425" lIns="91425" spcFirstLastPara="1" rIns="91425" wrap="square" tIns="91425">
            <a:noAutofit/>
          </a:bodyPr>
          <a:lstStyle>
            <a:lvl1pPr lvl="0" algn="l">
              <a:lnSpc>
                <a:spcPct val="80000"/>
              </a:lnSpc>
              <a:spcBef>
                <a:spcPts val="0"/>
              </a:spcBef>
              <a:spcAft>
                <a:spcPts val="0"/>
              </a:spcAft>
              <a:buClr>
                <a:srgbClr val="57068C"/>
              </a:buClr>
              <a:buSzPts val="3600"/>
              <a:buNone/>
              <a:defRPr sz="3600">
                <a:solidFill>
                  <a:srgbClr val="57068C"/>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141" name="Google Shape;141;g3dbb17f97c8_2_44"/>
          <p:cNvSpPr txBox="1"/>
          <p:nvPr>
            <p:ph idx="1" type="subTitle"/>
          </p:nvPr>
        </p:nvSpPr>
        <p:spPr>
          <a:xfrm>
            <a:off x="294375" y="2803075"/>
            <a:ext cx="3616800" cy="12351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rgbClr val="9A6ABA"/>
              </a:buClr>
              <a:buSzPts val="1800"/>
              <a:buNone/>
              <a:defRPr>
                <a:solidFill>
                  <a:srgbClr val="9A6ABA"/>
                </a:solidFill>
              </a:defRPr>
            </a:lvl1pPr>
            <a:lvl2pPr lvl="1" algn="l">
              <a:lnSpc>
                <a:spcPct val="100000"/>
              </a:lnSpc>
              <a:spcBef>
                <a:spcPts val="0"/>
              </a:spcBef>
              <a:spcAft>
                <a:spcPts val="0"/>
              </a:spcAft>
              <a:buSzPts val="2100"/>
              <a:buNone/>
              <a:defRPr sz="2100"/>
            </a:lvl2pPr>
            <a:lvl3pPr lvl="2" algn="l">
              <a:lnSpc>
                <a:spcPct val="100000"/>
              </a:lnSpc>
              <a:spcBef>
                <a:spcPts val="0"/>
              </a:spcBef>
              <a:spcAft>
                <a:spcPts val="0"/>
              </a:spcAft>
              <a:buSzPts val="2100"/>
              <a:buNone/>
              <a:defRPr sz="2100"/>
            </a:lvl3pPr>
            <a:lvl4pPr lvl="3" algn="l">
              <a:lnSpc>
                <a:spcPct val="100000"/>
              </a:lnSpc>
              <a:spcBef>
                <a:spcPts val="0"/>
              </a:spcBef>
              <a:spcAft>
                <a:spcPts val="0"/>
              </a:spcAft>
              <a:buSzPts val="2100"/>
              <a:buNone/>
              <a:defRPr sz="2100"/>
            </a:lvl4pPr>
            <a:lvl5pPr lvl="4" algn="l">
              <a:lnSpc>
                <a:spcPct val="100000"/>
              </a:lnSpc>
              <a:spcBef>
                <a:spcPts val="0"/>
              </a:spcBef>
              <a:spcAft>
                <a:spcPts val="0"/>
              </a:spcAft>
              <a:buSzPts val="2100"/>
              <a:buNone/>
              <a:defRPr sz="2100"/>
            </a:lvl5pPr>
            <a:lvl6pPr lvl="5" algn="l">
              <a:lnSpc>
                <a:spcPct val="100000"/>
              </a:lnSpc>
              <a:spcBef>
                <a:spcPts val="0"/>
              </a:spcBef>
              <a:spcAft>
                <a:spcPts val="0"/>
              </a:spcAft>
              <a:buSzPts val="2100"/>
              <a:buNone/>
              <a:defRPr sz="2100"/>
            </a:lvl6pPr>
            <a:lvl7pPr lvl="6" algn="l">
              <a:lnSpc>
                <a:spcPct val="100000"/>
              </a:lnSpc>
              <a:spcBef>
                <a:spcPts val="0"/>
              </a:spcBef>
              <a:spcAft>
                <a:spcPts val="0"/>
              </a:spcAft>
              <a:buSzPts val="2100"/>
              <a:buNone/>
              <a:defRPr sz="2100"/>
            </a:lvl7pPr>
            <a:lvl8pPr lvl="7" algn="l">
              <a:lnSpc>
                <a:spcPct val="100000"/>
              </a:lnSpc>
              <a:spcBef>
                <a:spcPts val="0"/>
              </a:spcBef>
              <a:spcAft>
                <a:spcPts val="0"/>
              </a:spcAft>
              <a:buSzPts val="2100"/>
              <a:buNone/>
              <a:defRPr sz="2100"/>
            </a:lvl8pPr>
            <a:lvl9pPr lvl="8" algn="l">
              <a:lnSpc>
                <a:spcPct val="100000"/>
              </a:lnSpc>
              <a:spcBef>
                <a:spcPts val="0"/>
              </a:spcBef>
              <a:spcAft>
                <a:spcPts val="0"/>
              </a:spcAft>
              <a:buSzPts val="2100"/>
              <a:buNone/>
              <a:defRPr sz="2100"/>
            </a:lvl9pPr>
          </a:lstStyle>
          <a:p/>
        </p:txBody>
      </p:sp>
      <p:sp>
        <p:nvSpPr>
          <p:cNvPr id="142" name="Google Shape;142;g3dbb17f97c8_2_44"/>
          <p:cNvSpPr txBox="1"/>
          <p:nvPr>
            <p:ph idx="2" type="body"/>
          </p:nvPr>
        </p:nvSpPr>
        <p:spPr>
          <a:xfrm>
            <a:off x="4939500" y="724075"/>
            <a:ext cx="3837000" cy="3551700"/>
          </a:xfrm>
          <a:prstGeom prst="rect">
            <a:avLst/>
          </a:prstGeom>
          <a:noFill/>
          <a:ln>
            <a:noFill/>
          </a:ln>
        </p:spPr>
        <p:txBody>
          <a:bodyPr anchorCtr="0" anchor="ctr" bIns="91425" lIns="91425" spcFirstLastPara="1" rIns="91425" wrap="square" tIns="91425">
            <a:no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pic>
        <p:nvPicPr>
          <p:cNvPr descr=" " id="143" name="Google Shape;143;g3dbb17f97c8_2_44"/>
          <p:cNvPicPr preferRelativeResize="0"/>
          <p:nvPr/>
        </p:nvPicPr>
        <p:blipFill rotWithShape="1">
          <a:blip r:embed="rId2">
            <a:alphaModFix/>
          </a:blip>
          <a:srcRect b="0" l="0" r="0" t="0"/>
          <a:stretch/>
        </p:blipFill>
        <p:spPr>
          <a:xfrm>
            <a:off x="407175" y="4539121"/>
            <a:ext cx="776077" cy="263400"/>
          </a:xfrm>
          <a:prstGeom prst="rect">
            <a:avLst/>
          </a:prstGeom>
          <a:noFill/>
          <a:ln>
            <a:noFill/>
          </a:ln>
        </p:spPr>
      </p:pic>
      <p:sp>
        <p:nvSpPr>
          <p:cNvPr id="144" name="Google Shape;144;g3dbb17f97c8_2_44"/>
          <p:cNvSpPr txBox="1"/>
          <p:nvPr/>
        </p:nvSpPr>
        <p:spPr>
          <a:xfrm>
            <a:off x="4619925" y="4517225"/>
            <a:ext cx="4192800" cy="3072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700"/>
              <a:buFont typeface="Arial"/>
              <a:buNone/>
            </a:pPr>
            <a:fld id="{00000000-1234-1234-1234-123412341234}" type="slidenum">
              <a:rPr b="1" i="0" lang="en" sz="700" u="none" cap="none" strike="noStrike">
                <a:solidFill>
                  <a:schemeClr val="accent2"/>
                </a:solidFill>
                <a:latin typeface="Montserrat"/>
                <a:ea typeface="Montserrat"/>
                <a:cs typeface="Montserrat"/>
                <a:sym typeface="Montserrat"/>
              </a:rPr>
              <a:t>‹#›</a:t>
            </a:fld>
            <a:endParaRPr b="1" i="0" sz="700" u="none" cap="none" strike="noStrike">
              <a:solidFill>
                <a:schemeClr val="accent2"/>
              </a:solidFill>
              <a:latin typeface="Montserrat"/>
              <a:ea typeface="Montserrat"/>
              <a:cs typeface="Montserrat"/>
              <a:sym typeface="Montserrat"/>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45" name="Shape 145"/>
        <p:cNvGrpSpPr/>
        <p:nvPr/>
      </p:nvGrpSpPr>
      <p:grpSpPr>
        <a:xfrm>
          <a:off x="0" y="0"/>
          <a:ext cx="0" cy="0"/>
          <a:chOff x="0" y="0"/>
          <a:chExt cx="0" cy="0"/>
        </a:xfrm>
      </p:grpSpPr>
      <p:pic>
        <p:nvPicPr>
          <p:cNvPr descr=" " id="146" name="Google Shape;146;g3dbb17f97c8_2_51"/>
          <p:cNvPicPr preferRelativeResize="0"/>
          <p:nvPr/>
        </p:nvPicPr>
        <p:blipFill rotWithShape="1">
          <a:blip r:embed="rId2">
            <a:alphaModFix/>
          </a:blip>
          <a:srcRect b="0" l="0" r="0" t="0"/>
          <a:stretch/>
        </p:blipFill>
        <p:spPr>
          <a:xfrm>
            <a:off x="407175" y="4539121"/>
            <a:ext cx="776077" cy="263400"/>
          </a:xfrm>
          <a:prstGeom prst="rect">
            <a:avLst/>
          </a:prstGeom>
          <a:noFill/>
          <a:ln>
            <a:noFill/>
          </a:ln>
        </p:spPr>
      </p:pic>
      <p:sp>
        <p:nvSpPr>
          <p:cNvPr id="147" name="Google Shape;147;g3dbb17f97c8_2_51"/>
          <p:cNvSpPr txBox="1"/>
          <p:nvPr/>
        </p:nvSpPr>
        <p:spPr>
          <a:xfrm>
            <a:off x="4619925" y="4517225"/>
            <a:ext cx="4192800" cy="3072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700"/>
              <a:buFont typeface="Arial"/>
              <a:buNone/>
            </a:pPr>
            <a:fld id="{00000000-1234-1234-1234-123412341234}" type="slidenum">
              <a:rPr b="1" i="0" lang="en" sz="700" u="none" cap="none" strike="noStrike">
                <a:solidFill>
                  <a:schemeClr val="accent2"/>
                </a:solidFill>
                <a:latin typeface="Montserrat"/>
                <a:ea typeface="Montserrat"/>
                <a:cs typeface="Montserrat"/>
                <a:sym typeface="Montserrat"/>
              </a:rPr>
              <a:t>‹#›</a:t>
            </a:fld>
            <a:endParaRPr b="1" i="0" sz="700" u="none" cap="none" strike="noStrike">
              <a:solidFill>
                <a:schemeClr val="accent2"/>
              </a:solidFill>
              <a:latin typeface="Montserrat"/>
              <a:ea typeface="Montserrat"/>
              <a:cs typeface="Montserrat"/>
              <a:sym typeface="Montserrat"/>
            </a:endParaRPr>
          </a:p>
        </p:txBody>
      </p:sp>
      <p:sp>
        <p:nvSpPr>
          <p:cNvPr id="148" name="Google Shape;148;g3dbb17f97c8_2_51"/>
          <p:cNvSpPr txBox="1"/>
          <p:nvPr>
            <p:ph type="title"/>
          </p:nvPr>
        </p:nvSpPr>
        <p:spPr>
          <a:xfrm>
            <a:off x="311700" y="3619355"/>
            <a:ext cx="4511700" cy="6051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333333"/>
              </a:buClr>
              <a:buSzPts val="1800"/>
              <a:buFont typeface="Montserrat"/>
              <a:buNone/>
              <a:defRPr b="0" sz="1800">
                <a:solidFill>
                  <a:srgbClr val="333333"/>
                </a:solidFill>
                <a:latin typeface="Montserrat"/>
                <a:ea typeface="Montserrat"/>
                <a:cs typeface="Montserrat"/>
                <a:sym typeface="Montserrat"/>
              </a:defRPr>
            </a:lvl1pPr>
            <a:lvl2pPr lvl="1" algn="l">
              <a:lnSpc>
                <a:spcPct val="100000"/>
              </a:lnSpc>
              <a:spcBef>
                <a:spcPts val="0"/>
              </a:spcBef>
              <a:spcAft>
                <a:spcPts val="0"/>
              </a:spcAft>
              <a:buSzPts val="2800"/>
              <a:buNone/>
              <a:defRPr>
                <a:latin typeface="Montserrat"/>
                <a:ea typeface="Montserrat"/>
                <a:cs typeface="Montserrat"/>
                <a:sym typeface="Montserrat"/>
              </a:defRPr>
            </a:lvl2pPr>
            <a:lvl3pPr lvl="2" algn="l">
              <a:lnSpc>
                <a:spcPct val="100000"/>
              </a:lnSpc>
              <a:spcBef>
                <a:spcPts val="0"/>
              </a:spcBef>
              <a:spcAft>
                <a:spcPts val="0"/>
              </a:spcAft>
              <a:buSzPts val="2800"/>
              <a:buNone/>
              <a:defRPr>
                <a:latin typeface="Montserrat"/>
                <a:ea typeface="Montserrat"/>
                <a:cs typeface="Montserrat"/>
                <a:sym typeface="Montserrat"/>
              </a:defRPr>
            </a:lvl3pPr>
            <a:lvl4pPr lvl="3" algn="l">
              <a:lnSpc>
                <a:spcPct val="100000"/>
              </a:lnSpc>
              <a:spcBef>
                <a:spcPts val="0"/>
              </a:spcBef>
              <a:spcAft>
                <a:spcPts val="0"/>
              </a:spcAft>
              <a:buSzPts val="2800"/>
              <a:buNone/>
              <a:defRPr>
                <a:latin typeface="Montserrat"/>
                <a:ea typeface="Montserrat"/>
                <a:cs typeface="Montserrat"/>
                <a:sym typeface="Montserrat"/>
              </a:defRPr>
            </a:lvl4pPr>
            <a:lvl5pPr lvl="4" algn="l">
              <a:lnSpc>
                <a:spcPct val="100000"/>
              </a:lnSpc>
              <a:spcBef>
                <a:spcPts val="0"/>
              </a:spcBef>
              <a:spcAft>
                <a:spcPts val="0"/>
              </a:spcAft>
              <a:buSzPts val="2800"/>
              <a:buNone/>
              <a:defRPr>
                <a:latin typeface="Montserrat"/>
                <a:ea typeface="Montserrat"/>
                <a:cs typeface="Montserrat"/>
                <a:sym typeface="Montserrat"/>
              </a:defRPr>
            </a:lvl5pPr>
            <a:lvl6pPr lvl="5" algn="l">
              <a:lnSpc>
                <a:spcPct val="100000"/>
              </a:lnSpc>
              <a:spcBef>
                <a:spcPts val="0"/>
              </a:spcBef>
              <a:spcAft>
                <a:spcPts val="0"/>
              </a:spcAft>
              <a:buSzPts val="2800"/>
              <a:buNone/>
              <a:defRPr>
                <a:latin typeface="Montserrat"/>
                <a:ea typeface="Montserrat"/>
                <a:cs typeface="Montserrat"/>
                <a:sym typeface="Montserrat"/>
              </a:defRPr>
            </a:lvl6pPr>
            <a:lvl7pPr lvl="6" algn="l">
              <a:lnSpc>
                <a:spcPct val="100000"/>
              </a:lnSpc>
              <a:spcBef>
                <a:spcPts val="0"/>
              </a:spcBef>
              <a:spcAft>
                <a:spcPts val="0"/>
              </a:spcAft>
              <a:buSzPts val="2800"/>
              <a:buNone/>
              <a:defRPr>
                <a:latin typeface="Montserrat"/>
                <a:ea typeface="Montserrat"/>
                <a:cs typeface="Montserrat"/>
                <a:sym typeface="Montserrat"/>
              </a:defRPr>
            </a:lvl7pPr>
            <a:lvl8pPr lvl="7" algn="l">
              <a:lnSpc>
                <a:spcPct val="100000"/>
              </a:lnSpc>
              <a:spcBef>
                <a:spcPts val="0"/>
              </a:spcBef>
              <a:spcAft>
                <a:spcPts val="0"/>
              </a:spcAft>
              <a:buSzPts val="2800"/>
              <a:buNone/>
              <a:defRPr>
                <a:latin typeface="Montserrat"/>
                <a:ea typeface="Montserrat"/>
                <a:cs typeface="Montserrat"/>
                <a:sym typeface="Montserrat"/>
              </a:defRPr>
            </a:lvl8pPr>
            <a:lvl9pPr lvl="8" algn="l">
              <a:lnSpc>
                <a:spcPct val="100000"/>
              </a:lnSpc>
              <a:spcBef>
                <a:spcPts val="0"/>
              </a:spcBef>
              <a:spcAft>
                <a:spcPts val="0"/>
              </a:spcAft>
              <a:buSzPts val="2800"/>
              <a:buNone/>
              <a:defRPr>
                <a:latin typeface="Montserrat"/>
                <a:ea typeface="Montserrat"/>
                <a:cs typeface="Montserrat"/>
                <a:sym typeface="Montserrat"/>
              </a:defRPr>
            </a:lvl9pPr>
          </a:lstStyle>
          <a:p/>
        </p:txBody>
      </p:sp>
      <p:pic>
        <p:nvPicPr>
          <p:cNvPr id="149" name="Google Shape;149;g3dbb17f97c8_2_51"/>
          <p:cNvPicPr preferRelativeResize="0"/>
          <p:nvPr/>
        </p:nvPicPr>
        <p:blipFill rotWithShape="1">
          <a:blip r:embed="rId3">
            <a:alphaModFix/>
          </a:blip>
          <a:srcRect b="0" l="0" r="0" t="29770"/>
          <a:stretch/>
        </p:blipFill>
        <p:spPr>
          <a:xfrm>
            <a:off x="0" y="1"/>
            <a:ext cx="9144003" cy="263400"/>
          </a:xfrm>
          <a:prstGeom prst="rect">
            <a:avLst/>
          </a:prstGeom>
          <a:noFill/>
          <a:ln>
            <a:noFill/>
          </a:ln>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50" name="Shape 150"/>
        <p:cNvGrpSpPr/>
        <p:nvPr/>
      </p:nvGrpSpPr>
      <p:grpSpPr>
        <a:xfrm>
          <a:off x="0" y="0"/>
          <a:ext cx="0" cy="0"/>
          <a:chOff x="0" y="0"/>
          <a:chExt cx="0" cy="0"/>
        </a:xfrm>
      </p:grpSpPr>
      <p:pic>
        <p:nvPicPr>
          <p:cNvPr id="151" name="Google Shape;151;g3dbb17f97c8_2_56"/>
          <p:cNvPicPr preferRelativeResize="0"/>
          <p:nvPr/>
        </p:nvPicPr>
        <p:blipFill rotWithShape="1">
          <a:blip r:embed="rId2">
            <a:alphaModFix/>
          </a:blip>
          <a:srcRect b="0" l="0" r="0" t="0"/>
          <a:stretch/>
        </p:blipFill>
        <p:spPr>
          <a:xfrm>
            <a:off x="3965" y="0"/>
            <a:ext cx="9136072" cy="5143501"/>
          </a:xfrm>
          <a:prstGeom prst="rect">
            <a:avLst/>
          </a:prstGeom>
          <a:noFill/>
          <a:ln>
            <a:noFill/>
          </a:ln>
        </p:spPr>
      </p:pic>
      <p:sp>
        <p:nvSpPr>
          <p:cNvPr id="152" name="Google Shape;152;g3dbb17f97c8_2_56"/>
          <p:cNvSpPr txBox="1"/>
          <p:nvPr>
            <p:ph hasCustomPrompt="1" type="title"/>
          </p:nvPr>
        </p:nvSpPr>
        <p:spPr>
          <a:xfrm>
            <a:off x="311700" y="606575"/>
            <a:ext cx="8520600" cy="16710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rgbClr val="57068C"/>
              </a:buClr>
              <a:buSzPts val="13000"/>
              <a:buNone/>
              <a:defRPr sz="13000">
                <a:solidFill>
                  <a:srgbClr val="57068C"/>
                </a:solidFill>
              </a:defRPr>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153" name="Google Shape;153;g3dbb17f97c8_2_56"/>
          <p:cNvSpPr txBox="1"/>
          <p:nvPr>
            <p:ph idx="1" type="body"/>
          </p:nvPr>
        </p:nvSpPr>
        <p:spPr>
          <a:xfrm>
            <a:off x="3007950" y="3094875"/>
            <a:ext cx="3128100" cy="1186800"/>
          </a:xfrm>
          <a:prstGeom prst="rect">
            <a:avLst/>
          </a:prstGeom>
          <a:noFill/>
          <a:ln>
            <a:noFill/>
          </a:ln>
        </p:spPr>
        <p:txBody>
          <a:bodyPr anchorCtr="0" anchor="t" bIns="91425" lIns="91425" spcFirstLastPara="1" rIns="91425" wrap="square" tIns="91425">
            <a:noAutofit/>
          </a:bodyPr>
          <a:lstStyle>
            <a:lvl1pPr indent="-298450" lvl="0" marL="457200" algn="ctr">
              <a:lnSpc>
                <a:spcPct val="115000"/>
              </a:lnSpc>
              <a:spcBef>
                <a:spcPts val="0"/>
              </a:spcBef>
              <a:spcAft>
                <a:spcPts val="0"/>
              </a:spcAft>
              <a:buSzPts val="1100"/>
              <a:buChar char="●"/>
              <a:defRPr sz="1100"/>
            </a:lvl1pPr>
            <a:lvl2pPr indent="-298450" lvl="1" marL="914400" algn="ctr">
              <a:lnSpc>
                <a:spcPct val="115000"/>
              </a:lnSpc>
              <a:spcBef>
                <a:spcPts val="0"/>
              </a:spcBef>
              <a:spcAft>
                <a:spcPts val="0"/>
              </a:spcAft>
              <a:buSzPts val="1100"/>
              <a:buChar char="○"/>
              <a:defRPr sz="1100"/>
            </a:lvl2pPr>
            <a:lvl3pPr indent="-298450" lvl="2" marL="1371600" algn="ctr">
              <a:lnSpc>
                <a:spcPct val="115000"/>
              </a:lnSpc>
              <a:spcBef>
                <a:spcPts val="0"/>
              </a:spcBef>
              <a:spcAft>
                <a:spcPts val="0"/>
              </a:spcAft>
              <a:buSzPts val="1100"/>
              <a:buChar char="■"/>
              <a:defRPr sz="1100"/>
            </a:lvl3pPr>
            <a:lvl4pPr indent="-298450" lvl="3" marL="1828800" algn="ctr">
              <a:lnSpc>
                <a:spcPct val="115000"/>
              </a:lnSpc>
              <a:spcBef>
                <a:spcPts val="0"/>
              </a:spcBef>
              <a:spcAft>
                <a:spcPts val="0"/>
              </a:spcAft>
              <a:buSzPts val="1100"/>
              <a:buChar char="●"/>
              <a:defRPr sz="1100"/>
            </a:lvl4pPr>
            <a:lvl5pPr indent="-298450" lvl="4" marL="2286000" algn="ctr">
              <a:lnSpc>
                <a:spcPct val="115000"/>
              </a:lnSpc>
              <a:spcBef>
                <a:spcPts val="0"/>
              </a:spcBef>
              <a:spcAft>
                <a:spcPts val="0"/>
              </a:spcAft>
              <a:buSzPts val="1100"/>
              <a:buChar char="○"/>
              <a:defRPr sz="1100"/>
            </a:lvl5pPr>
            <a:lvl6pPr indent="-298450" lvl="5" marL="2743200" algn="ctr">
              <a:lnSpc>
                <a:spcPct val="115000"/>
              </a:lnSpc>
              <a:spcBef>
                <a:spcPts val="0"/>
              </a:spcBef>
              <a:spcAft>
                <a:spcPts val="0"/>
              </a:spcAft>
              <a:buSzPts val="1100"/>
              <a:buChar char="■"/>
              <a:defRPr sz="1100"/>
            </a:lvl6pPr>
            <a:lvl7pPr indent="-298450" lvl="6" marL="3200400" algn="ctr">
              <a:lnSpc>
                <a:spcPct val="115000"/>
              </a:lnSpc>
              <a:spcBef>
                <a:spcPts val="0"/>
              </a:spcBef>
              <a:spcAft>
                <a:spcPts val="0"/>
              </a:spcAft>
              <a:buSzPts val="1100"/>
              <a:buChar char="●"/>
              <a:defRPr sz="1100"/>
            </a:lvl7pPr>
            <a:lvl8pPr indent="-298450" lvl="7" marL="3657600" algn="ctr">
              <a:lnSpc>
                <a:spcPct val="115000"/>
              </a:lnSpc>
              <a:spcBef>
                <a:spcPts val="0"/>
              </a:spcBef>
              <a:spcAft>
                <a:spcPts val="0"/>
              </a:spcAft>
              <a:buSzPts val="1100"/>
              <a:buChar char="○"/>
              <a:defRPr sz="1100"/>
            </a:lvl8pPr>
            <a:lvl9pPr indent="-298450" lvl="8" marL="4114800" algn="ctr">
              <a:lnSpc>
                <a:spcPct val="115000"/>
              </a:lnSpc>
              <a:spcBef>
                <a:spcPts val="0"/>
              </a:spcBef>
              <a:spcAft>
                <a:spcPts val="0"/>
              </a:spcAft>
              <a:buSzPts val="1100"/>
              <a:buChar char="■"/>
              <a:defRPr sz="1100"/>
            </a:lvl9pPr>
          </a:lstStyle>
          <a:p/>
        </p:txBody>
      </p:sp>
      <p:pic>
        <p:nvPicPr>
          <p:cNvPr descr=" " id="154" name="Google Shape;154;g3dbb17f97c8_2_56"/>
          <p:cNvPicPr preferRelativeResize="0"/>
          <p:nvPr/>
        </p:nvPicPr>
        <p:blipFill rotWithShape="1">
          <a:blip r:embed="rId3">
            <a:alphaModFix/>
          </a:blip>
          <a:srcRect b="0" l="0" r="0" t="0"/>
          <a:stretch/>
        </p:blipFill>
        <p:spPr>
          <a:xfrm>
            <a:off x="407175" y="4539121"/>
            <a:ext cx="776077" cy="263400"/>
          </a:xfrm>
          <a:prstGeom prst="rect">
            <a:avLst/>
          </a:prstGeom>
          <a:noFill/>
          <a:ln>
            <a:noFill/>
          </a:ln>
        </p:spPr>
      </p:pic>
      <p:sp>
        <p:nvSpPr>
          <p:cNvPr id="155" name="Google Shape;155;g3dbb17f97c8_2_56"/>
          <p:cNvSpPr txBox="1"/>
          <p:nvPr/>
        </p:nvSpPr>
        <p:spPr>
          <a:xfrm>
            <a:off x="4619925" y="4517225"/>
            <a:ext cx="4192800" cy="3072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700"/>
              <a:buFont typeface="Arial"/>
              <a:buNone/>
            </a:pPr>
            <a:fld id="{00000000-1234-1234-1234-123412341234}" type="slidenum">
              <a:rPr b="1" i="0" lang="en" sz="700" u="none" cap="none" strike="noStrike">
                <a:solidFill>
                  <a:schemeClr val="accent2"/>
                </a:solidFill>
                <a:latin typeface="Montserrat"/>
                <a:ea typeface="Montserrat"/>
                <a:cs typeface="Montserrat"/>
                <a:sym typeface="Montserrat"/>
              </a:rPr>
              <a:t>‹#›</a:t>
            </a:fld>
            <a:endParaRPr b="1" i="0" sz="700" u="none" cap="none" strike="noStrike">
              <a:solidFill>
                <a:schemeClr val="accent2"/>
              </a:solidFill>
              <a:latin typeface="Montserrat"/>
              <a:ea typeface="Montserrat"/>
              <a:cs typeface="Montserrat"/>
              <a:sym typeface="Montserrat"/>
            </a:endParaRPr>
          </a:p>
        </p:txBody>
      </p:sp>
      <p:sp>
        <p:nvSpPr>
          <p:cNvPr id="156" name="Google Shape;156;g3dbb17f97c8_2_56"/>
          <p:cNvSpPr txBox="1"/>
          <p:nvPr>
            <p:ph idx="2" type="subTitle"/>
          </p:nvPr>
        </p:nvSpPr>
        <p:spPr>
          <a:xfrm>
            <a:off x="1429500" y="2353776"/>
            <a:ext cx="6285000" cy="4638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1800"/>
              <a:buNone/>
              <a:defRPr b="1" sz="2800">
                <a:solidFill>
                  <a:schemeClr val="accent1"/>
                </a:solidFill>
                <a:latin typeface="Frank Ruhl Libre"/>
                <a:ea typeface="Frank Ruhl Libre"/>
                <a:cs typeface="Frank Ruhl Libre"/>
                <a:sym typeface="Frank Ruhl Libre"/>
              </a:defRPr>
            </a:lvl1pPr>
            <a:lvl2pPr lvl="1" algn="l">
              <a:lnSpc>
                <a:spcPct val="115000"/>
              </a:lnSpc>
              <a:spcBef>
                <a:spcPts val="1600"/>
              </a:spcBef>
              <a:spcAft>
                <a:spcPts val="0"/>
              </a:spcAft>
              <a:buSzPts val="1400"/>
              <a:buNone/>
              <a:defRPr/>
            </a:lvl2pPr>
            <a:lvl3pPr lvl="2" algn="l">
              <a:lnSpc>
                <a:spcPct val="115000"/>
              </a:lnSpc>
              <a:spcBef>
                <a:spcPts val="1600"/>
              </a:spcBef>
              <a:spcAft>
                <a:spcPts val="0"/>
              </a:spcAft>
              <a:buSzPts val="1400"/>
              <a:buNone/>
              <a:defRPr/>
            </a:lvl3pPr>
            <a:lvl4pPr lvl="3" algn="l">
              <a:lnSpc>
                <a:spcPct val="115000"/>
              </a:lnSpc>
              <a:spcBef>
                <a:spcPts val="1600"/>
              </a:spcBef>
              <a:spcAft>
                <a:spcPts val="0"/>
              </a:spcAft>
              <a:buSzPts val="1400"/>
              <a:buNone/>
              <a:defRPr/>
            </a:lvl4pPr>
            <a:lvl5pPr lvl="4" algn="l">
              <a:lnSpc>
                <a:spcPct val="115000"/>
              </a:lnSpc>
              <a:spcBef>
                <a:spcPts val="1600"/>
              </a:spcBef>
              <a:spcAft>
                <a:spcPts val="0"/>
              </a:spcAft>
              <a:buSzPts val="14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st">
  <p:cSld name="CUSTOM_1">
    <p:spTree>
      <p:nvGrpSpPr>
        <p:cNvPr id="157" name="Shape 157"/>
        <p:cNvGrpSpPr/>
        <p:nvPr/>
      </p:nvGrpSpPr>
      <p:grpSpPr>
        <a:xfrm>
          <a:off x="0" y="0"/>
          <a:ext cx="0" cy="0"/>
          <a:chOff x="0" y="0"/>
          <a:chExt cx="0" cy="0"/>
        </a:xfrm>
      </p:grpSpPr>
      <p:pic>
        <p:nvPicPr>
          <p:cNvPr descr=" " id="158" name="Google Shape;158;g3dbb17f97c8_2_63"/>
          <p:cNvPicPr preferRelativeResize="0"/>
          <p:nvPr/>
        </p:nvPicPr>
        <p:blipFill rotWithShape="1">
          <a:blip r:embed="rId2">
            <a:alphaModFix/>
          </a:blip>
          <a:srcRect b="0" l="0" r="0" t="0"/>
          <a:stretch/>
        </p:blipFill>
        <p:spPr>
          <a:xfrm>
            <a:off x="407175" y="4539121"/>
            <a:ext cx="776077" cy="263400"/>
          </a:xfrm>
          <a:prstGeom prst="rect">
            <a:avLst/>
          </a:prstGeom>
          <a:noFill/>
          <a:ln>
            <a:noFill/>
          </a:ln>
        </p:spPr>
      </p:pic>
      <p:sp>
        <p:nvSpPr>
          <p:cNvPr id="159" name="Google Shape;159;g3dbb17f97c8_2_63"/>
          <p:cNvSpPr txBox="1"/>
          <p:nvPr/>
        </p:nvSpPr>
        <p:spPr>
          <a:xfrm>
            <a:off x="4619925" y="4517225"/>
            <a:ext cx="4192800" cy="3072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700"/>
              <a:buFont typeface="Arial"/>
              <a:buNone/>
            </a:pPr>
            <a:fld id="{00000000-1234-1234-1234-123412341234}" type="slidenum">
              <a:rPr b="1" i="0" lang="en" sz="700" u="none" cap="none" strike="noStrike">
                <a:solidFill>
                  <a:schemeClr val="accent2"/>
                </a:solidFill>
                <a:latin typeface="Montserrat"/>
                <a:ea typeface="Montserrat"/>
                <a:cs typeface="Montserrat"/>
                <a:sym typeface="Montserrat"/>
              </a:rPr>
              <a:t>‹#›</a:t>
            </a:fld>
            <a:endParaRPr b="1" i="0" sz="700" u="none" cap="none" strike="noStrike">
              <a:solidFill>
                <a:schemeClr val="accent2"/>
              </a:solidFill>
              <a:latin typeface="Montserrat"/>
              <a:ea typeface="Montserrat"/>
              <a:cs typeface="Montserrat"/>
              <a:sym typeface="Montserrat"/>
            </a:endParaRPr>
          </a:p>
        </p:txBody>
      </p:sp>
      <p:sp>
        <p:nvSpPr>
          <p:cNvPr id="160" name="Google Shape;160;g3dbb17f97c8_2_63"/>
          <p:cNvSpPr txBox="1"/>
          <p:nvPr>
            <p:ph type="title"/>
          </p:nvPr>
        </p:nvSpPr>
        <p:spPr>
          <a:xfrm>
            <a:off x="311700" y="587975"/>
            <a:ext cx="3610800" cy="891600"/>
          </a:xfrm>
          <a:prstGeom prst="rect">
            <a:avLst/>
          </a:prstGeom>
          <a:noFill/>
          <a:ln>
            <a:noFill/>
          </a:ln>
        </p:spPr>
        <p:txBody>
          <a:bodyPr anchorCtr="0" anchor="t" bIns="91425" lIns="91425" spcFirstLastPara="1" rIns="91425" wrap="square" tIns="91425">
            <a:noAutofit/>
          </a:bodyPr>
          <a:lstStyle>
            <a:lvl1pPr lvl="0" algn="l">
              <a:lnSpc>
                <a:spcPct val="80000"/>
              </a:lnSpc>
              <a:spcBef>
                <a:spcPts val="0"/>
              </a:spcBef>
              <a:spcAft>
                <a:spcPts val="0"/>
              </a:spcAft>
              <a:buClr>
                <a:srgbClr val="57068C"/>
              </a:buClr>
              <a:buSzPts val="4000"/>
              <a:buNone/>
              <a:defRPr sz="4000">
                <a:solidFill>
                  <a:srgbClr val="57068C"/>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61" name="Google Shape;161;g3dbb17f97c8_2_63"/>
          <p:cNvSpPr txBox="1"/>
          <p:nvPr>
            <p:ph idx="1" type="body"/>
          </p:nvPr>
        </p:nvSpPr>
        <p:spPr>
          <a:xfrm>
            <a:off x="311700" y="1836175"/>
            <a:ext cx="3610800" cy="2439600"/>
          </a:xfrm>
          <a:prstGeom prst="rect">
            <a:avLst/>
          </a:prstGeom>
          <a:noFill/>
          <a:ln>
            <a:noFill/>
          </a:ln>
        </p:spPr>
        <p:txBody>
          <a:bodyPr anchorCtr="0" anchor="t" bIns="91425" lIns="91425" spcFirstLastPara="1" rIns="91425" wrap="square" tIns="91425">
            <a:noAutofit/>
          </a:bodyPr>
          <a:lstStyle>
            <a:lvl1pPr indent="-317500" lvl="0" marL="457200" algn="l">
              <a:lnSpc>
                <a:spcPct val="125000"/>
              </a:lnSpc>
              <a:spcBef>
                <a:spcPts val="0"/>
              </a:spcBef>
              <a:spcAft>
                <a:spcPts val="0"/>
              </a:spcAft>
              <a:buSzPts val="1400"/>
              <a:buChar char="●"/>
              <a:defRPr sz="1400"/>
            </a:lvl1pPr>
            <a:lvl2pPr indent="-317500" lvl="1" marL="914400" algn="l">
              <a:lnSpc>
                <a:spcPct val="125000"/>
              </a:lnSpc>
              <a:spcBef>
                <a:spcPts val="800"/>
              </a:spcBef>
              <a:spcAft>
                <a:spcPts val="0"/>
              </a:spcAft>
              <a:buSzPts val="1400"/>
              <a:buChar char="○"/>
              <a:defRPr/>
            </a:lvl2pPr>
            <a:lvl3pPr indent="-317500" lvl="2" marL="1371600" algn="l">
              <a:lnSpc>
                <a:spcPct val="125000"/>
              </a:lnSpc>
              <a:spcBef>
                <a:spcPts val="800"/>
              </a:spcBef>
              <a:spcAft>
                <a:spcPts val="0"/>
              </a:spcAft>
              <a:buSzPts val="1400"/>
              <a:buChar char="■"/>
              <a:defRPr/>
            </a:lvl3pPr>
            <a:lvl4pPr indent="-317500" lvl="3" marL="1828800" algn="l">
              <a:lnSpc>
                <a:spcPct val="125000"/>
              </a:lnSpc>
              <a:spcBef>
                <a:spcPts val="800"/>
              </a:spcBef>
              <a:spcAft>
                <a:spcPts val="0"/>
              </a:spcAft>
              <a:buSzPts val="1400"/>
              <a:buChar char="●"/>
              <a:defRPr/>
            </a:lvl4pPr>
            <a:lvl5pPr indent="-317500" lvl="4" marL="2286000" algn="l">
              <a:lnSpc>
                <a:spcPct val="125000"/>
              </a:lnSpc>
              <a:spcBef>
                <a:spcPts val="800"/>
              </a:spcBef>
              <a:spcAft>
                <a:spcPts val="0"/>
              </a:spcAft>
              <a:buSzPts val="1400"/>
              <a:buChar char="○"/>
              <a:defRPr/>
            </a:lvl5pPr>
            <a:lvl6pPr indent="-317500" lvl="5" marL="2743200" algn="l">
              <a:lnSpc>
                <a:spcPct val="125000"/>
              </a:lnSpc>
              <a:spcBef>
                <a:spcPts val="800"/>
              </a:spcBef>
              <a:spcAft>
                <a:spcPts val="0"/>
              </a:spcAft>
              <a:buSzPts val="1400"/>
              <a:buChar char="■"/>
              <a:defRPr/>
            </a:lvl6pPr>
            <a:lvl7pPr indent="-317500" lvl="6" marL="3200400" algn="l">
              <a:lnSpc>
                <a:spcPct val="125000"/>
              </a:lnSpc>
              <a:spcBef>
                <a:spcPts val="800"/>
              </a:spcBef>
              <a:spcAft>
                <a:spcPts val="0"/>
              </a:spcAft>
              <a:buSzPts val="1400"/>
              <a:buChar char="●"/>
              <a:defRPr/>
            </a:lvl7pPr>
            <a:lvl8pPr indent="-317500" lvl="7" marL="3657600" algn="l">
              <a:lnSpc>
                <a:spcPct val="125000"/>
              </a:lnSpc>
              <a:spcBef>
                <a:spcPts val="800"/>
              </a:spcBef>
              <a:spcAft>
                <a:spcPts val="0"/>
              </a:spcAft>
              <a:buSzPts val="1400"/>
              <a:buChar char="○"/>
              <a:defRPr/>
            </a:lvl8pPr>
            <a:lvl9pPr indent="-317500" lvl="8" marL="4114800" algn="l">
              <a:lnSpc>
                <a:spcPct val="125000"/>
              </a:lnSpc>
              <a:spcBef>
                <a:spcPts val="800"/>
              </a:spcBef>
              <a:spcAft>
                <a:spcPts val="800"/>
              </a:spcAft>
              <a:buSzPts val="1400"/>
              <a:buChar char="■"/>
              <a:defRPr/>
            </a:lvl9pPr>
          </a:lstStyle>
          <a:p/>
        </p:txBody>
      </p:sp>
      <p:sp>
        <p:nvSpPr>
          <p:cNvPr id="162" name="Google Shape;162;g3dbb17f97c8_2_63"/>
          <p:cNvSpPr txBox="1"/>
          <p:nvPr/>
        </p:nvSpPr>
        <p:spPr>
          <a:xfrm>
            <a:off x="5958050" y="683000"/>
            <a:ext cx="2778600" cy="1096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Montserrat"/>
              <a:ea typeface="Montserrat"/>
              <a:cs typeface="Montserrat"/>
              <a:sym typeface="Montserrat"/>
            </a:endParaRPr>
          </a:p>
        </p:txBody>
      </p:sp>
      <p:sp>
        <p:nvSpPr>
          <p:cNvPr id="163" name="Google Shape;163;g3dbb17f97c8_2_63"/>
          <p:cNvSpPr txBox="1"/>
          <p:nvPr>
            <p:ph idx="2" type="body"/>
          </p:nvPr>
        </p:nvSpPr>
        <p:spPr>
          <a:xfrm>
            <a:off x="5824575" y="683050"/>
            <a:ext cx="2911800" cy="1096800"/>
          </a:xfrm>
          <a:prstGeom prst="rect">
            <a:avLst/>
          </a:prstGeom>
          <a:noFill/>
          <a:ln>
            <a:noFill/>
          </a:ln>
        </p:spPr>
        <p:txBody>
          <a:bodyPr anchorCtr="0" anchor="ctr" bIns="91425" lIns="91425" spcFirstLastPara="1" rIns="91425" wrap="square" tIns="91425">
            <a:noAutofit/>
          </a:bodyPr>
          <a:lstStyle>
            <a:lvl1pPr indent="-292100" lvl="0" marL="457200" algn="l">
              <a:lnSpc>
                <a:spcPct val="115000"/>
              </a:lnSpc>
              <a:spcBef>
                <a:spcPts val="0"/>
              </a:spcBef>
              <a:spcAft>
                <a:spcPts val="0"/>
              </a:spcAft>
              <a:buSzPts val="1000"/>
              <a:buChar char="●"/>
              <a:defRPr sz="1000"/>
            </a:lvl1pPr>
            <a:lvl2pPr indent="-292100" lvl="1" marL="914400" algn="l">
              <a:lnSpc>
                <a:spcPct val="115000"/>
              </a:lnSpc>
              <a:spcBef>
                <a:spcPts val="600"/>
              </a:spcBef>
              <a:spcAft>
                <a:spcPts val="0"/>
              </a:spcAft>
              <a:buSzPts val="1000"/>
              <a:buChar char="○"/>
              <a:defRPr sz="1000"/>
            </a:lvl2pPr>
            <a:lvl3pPr indent="-292100" lvl="2" marL="1371600" algn="l">
              <a:lnSpc>
                <a:spcPct val="115000"/>
              </a:lnSpc>
              <a:spcBef>
                <a:spcPts val="600"/>
              </a:spcBef>
              <a:spcAft>
                <a:spcPts val="0"/>
              </a:spcAft>
              <a:buSzPts val="1000"/>
              <a:buChar char="■"/>
              <a:defRPr sz="1000"/>
            </a:lvl3pPr>
            <a:lvl4pPr indent="-292100" lvl="3" marL="1828800" algn="l">
              <a:lnSpc>
                <a:spcPct val="115000"/>
              </a:lnSpc>
              <a:spcBef>
                <a:spcPts val="600"/>
              </a:spcBef>
              <a:spcAft>
                <a:spcPts val="0"/>
              </a:spcAft>
              <a:buSzPts val="1000"/>
              <a:buChar char="●"/>
              <a:defRPr sz="1000"/>
            </a:lvl4pPr>
            <a:lvl5pPr indent="-292100" lvl="4" marL="2286000" algn="l">
              <a:lnSpc>
                <a:spcPct val="115000"/>
              </a:lnSpc>
              <a:spcBef>
                <a:spcPts val="600"/>
              </a:spcBef>
              <a:spcAft>
                <a:spcPts val="0"/>
              </a:spcAft>
              <a:buSzPts val="1000"/>
              <a:buChar char="○"/>
              <a:defRPr sz="1000"/>
            </a:lvl5pPr>
            <a:lvl6pPr indent="-292100" lvl="5" marL="2743200" algn="l">
              <a:lnSpc>
                <a:spcPct val="115000"/>
              </a:lnSpc>
              <a:spcBef>
                <a:spcPts val="600"/>
              </a:spcBef>
              <a:spcAft>
                <a:spcPts val="0"/>
              </a:spcAft>
              <a:buSzPts val="1000"/>
              <a:buChar char="■"/>
              <a:defRPr sz="1000"/>
            </a:lvl6pPr>
            <a:lvl7pPr indent="-292100" lvl="6" marL="3200400" algn="l">
              <a:lnSpc>
                <a:spcPct val="115000"/>
              </a:lnSpc>
              <a:spcBef>
                <a:spcPts val="600"/>
              </a:spcBef>
              <a:spcAft>
                <a:spcPts val="0"/>
              </a:spcAft>
              <a:buSzPts val="1000"/>
              <a:buChar char="●"/>
              <a:defRPr sz="1000"/>
            </a:lvl7pPr>
            <a:lvl8pPr indent="-292100" lvl="7" marL="3657600" algn="l">
              <a:lnSpc>
                <a:spcPct val="115000"/>
              </a:lnSpc>
              <a:spcBef>
                <a:spcPts val="600"/>
              </a:spcBef>
              <a:spcAft>
                <a:spcPts val="0"/>
              </a:spcAft>
              <a:buSzPts val="1000"/>
              <a:buChar char="○"/>
              <a:defRPr sz="1000"/>
            </a:lvl8pPr>
            <a:lvl9pPr indent="-292100" lvl="8" marL="4114800" algn="l">
              <a:lnSpc>
                <a:spcPct val="115000"/>
              </a:lnSpc>
              <a:spcBef>
                <a:spcPts val="600"/>
              </a:spcBef>
              <a:spcAft>
                <a:spcPts val="600"/>
              </a:spcAft>
              <a:buSzPts val="1000"/>
              <a:buChar char="■"/>
              <a:defRPr sz="1000"/>
            </a:lvl9pPr>
          </a:lstStyle>
          <a:p/>
        </p:txBody>
      </p:sp>
      <p:sp>
        <p:nvSpPr>
          <p:cNvPr id="164" name="Google Shape;164;g3dbb17f97c8_2_63"/>
          <p:cNvSpPr txBox="1"/>
          <p:nvPr>
            <p:ph idx="3" type="body"/>
          </p:nvPr>
        </p:nvSpPr>
        <p:spPr>
          <a:xfrm>
            <a:off x="5824575" y="1931875"/>
            <a:ext cx="2911800" cy="1096800"/>
          </a:xfrm>
          <a:prstGeom prst="rect">
            <a:avLst/>
          </a:prstGeom>
          <a:noFill/>
          <a:ln>
            <a:noFill/>
          </a:ln>
        </p:spPr>
        <p:txBody>
          <a:bodyPr anchorCtr="0" anchor="ctr" bIns="91425" lIns="91425" spcFirstLastPara="1" rIns="91425" wrap="square" tIns="91425">
            <a:noAutofit/>
          </a:bodyPr>
          <a:lstStyle>
            <a:lvl1pPr indent="-292100" lvl="0" marL="457200" algn="l">
              <a:lnSpc>
                <a:spcPct val="115000"/>
              </a:lnSpc>
              <a:spcBef>
                <a:spcPts val="0"/>
              </a:spcBef>
              <a:spcAft>
                <a:spcPts val="0"/>
              </a:spcAft>
              <a:buSzPts val="1000"/>
              <a:buChar char="●"/>
              <a:defRPr sz="1000"/>
            </a:lvl1pPr>
            <a:lvl2pPr indent="-292100" lvl="1" marL="914400" algn="l">
              <a:lnSpc>
                <a:spcPct val="115000"/>
              </a:lnSpc>
              <a:spcBef>
                <a:spcPts val="600"/>
              </a:spcBef>
              <a:spcAft>
                <a:spcPts val="0"/>
              </a:spcAft>
              <a:buSzPts val="1000"/>
              <a:buChar char="○"/>
              <a:defRPr sz="1000"/>
            </a:lvl2pPr>
            <a:lvl3pPr indent="-292100" lvl="2" marL="1371600" algn="l">
              <a:lnSpc>
                <a:spcPct val="115000"/>
              </a:lnSpc>
              <a:spcBef>
                <a:spcPts val="600"/>
              </a:spcBef>
              <a:spcAft>
                <a:spcPts val="0"/>
              </a:spcAft>
              <a:buSzPts val="1000"/>
              <a:buChar char="■"/>
              <a:defRPr sz="1000"/>
            </a:lvl3pPr>
            <a:lvl4pPr indent="-292100" lvl="3" marL="1828800" algn="l">
              <a:lnSpc>
                <a:spcPct val="115000"/>
              </a:lnSpc>
              <a:spcBef>
                <a:spcPts val="600"/>
              </a:spcBef>
              <a:spcAft>
                <a:spcPts val="0"/>
              </a:spcAft>
              <a:buSzPts val="1000"/>
              <a:buChar char="●"/>
              <a:defRPr sz="1000"/>
            </a:lvl4pPr>
            <a:lvl5pPr indent="-292100" lvl="4" marL="2286000" algn="l">
              <a:lnSpc>
                <a:spcPct val="115000"/>
              </a:lnSpc>
              <a:spcBef>
                <a:spcPts val="600"/>
              </a:spcBef>
              <a:spcAft>
                <a:spcPts val="0"/>
              </a:spcAft>
              <a:buSzPts val="1000"/>
              <a:buChar char="○"/>
              <a:defRPr sz="1000"/>
            </a:lvl5pPr>
            <a:lvl6pPr indent="-292100" lvl="5" marL="2743200" algn="l">
              <a:lnSpc>
                <a:spcPct val="115000"/>
              </a:lnSpc>
              <a:spcBef>
                <a:spcPts val="600"/>
              </a:spcBef>
              <a:spcAft>
                <a:spcPts val="0"/>
              </a:spcAft>
              <a:buSzPts val="1000"/>
              <a:buChar char="■"/>
              <a:defRPr sz="1000"/>
            </a:lvl6pPr>
            <a:lvl7pPr indent="-292100" lvl="6" marL="3200400" algn="l">
              <a:lnSpc>
                <a:spcPct val="115000"/>
              </a:lnSpc>
              <a:spcBef>
                <a:spcPts val="600"/>
              </a:spcBef>
              <a:spcAft>
                <a:spcPts val="0"/>
              </a:spcAft>
              <a:buSzPts val="1000"/>
              <a:buChar char="●"/>
              <a:defRPr sz="1000"/>
            </a:lvl7pPr>
            <a:lvl8pPr indent="-292100" lvl="7" marL="3657600" algn="l">
              <a:lnSpc>
                <a:spcPct val="115000"/>
              </a:lnSpc>
              <a:spcBef>
                <a:spcPts val="600"/>
              </a:spcBef>
              <a:spcAft>
                <a:spcPts val="0"/>
              </a:spcAft>
              <a:buSzPts val="1000"/>
              <a:buChar char="○"/>
              <a:defRPr sz="1000"/>
            </a:lvl8pPr>
            <a:lvl9pPr indent="-292100" lvl="8" marL="4114800" algn="l">
              <a:lnSpc>
                <a:spcPct val="115000"/>
              </a:lnSpc>
              <a:spcBef>
                <a:spcPts val="600"/>
              </a:spcBef>
              <a:spcAft>
                <a:spcPts val="600"/>
              </a:spcAft>
              <a:buSzPts val="1000"/>
              <a:buChar char="■"/>
              <a:defRPr sz="1000"/>
            </a:lvl9pPr>
          </a:lstStyle>
          <a:p/>
        </p:txBody>
      </p:sp>
      <p:sp>
        <p:nvSpPr>
          <p:cNvPr id="165" name="Google Shape;165;g3dbb17f97c8_2_63"/>
          <p:cNvSpPr txBox="1"/>
          <p:nvPr>
            <p:ph idx="4" type="body"/>
          </p:nvPr>
        </p:nvSpPr>
        <p:spPr>
          <a:xfrm>
            <a:off x="5824575" y="3180700"/>
            <a:ext cx="2911800" cy="1096800"/>
          </a:xfrm>
          <a:prstGeom prst="rect">
            <a:avLst/>
          </a:prstGeom>
          <a:noFill/>
          <a:ln>
            <a:noFill/>
          </a:ln>
        </p:spPr>
        <p:txBody>
          <a:bodyPr anchorCtr="0" anchor="ctr" bIns="91425" lIns="91425" spcFirstLastPara="1" rIns="91425" wrap="square" tIns="91425">
            <a:noAutofit/>
          </a:bodyPr>
          <a:lstStyle>
            <a:lvl1pPr indent="-292100" lvl="0" marL="457200" algn="l">
              <a:lnSpc>
                <a:spcPct val="115000"/>
              </a:lnSpc>
              <a:spcBef>
                <a:spcPts val="0"/>
              </a:spcBef>
              <a:spcAft>
                <a:spcPts val="0"/>
              </a:spcAft>
              <a:buSzPts val="1000"/>
              <a:buChar char="●"/>
              <a:defRPr sz="1000"/>
            </a:lvl1pPr>
            <a:lvl2pPr indent="-292100" lvl="1" marL="914400" algn="l">
              <a:lnSpc>
                <a:spcPct val="115000"/>
              </a:lnSpc>
              <a:spcBef>
                <a:spcPts val="600"/>
              </a:spcBef>
              <a:spcAft>
                <a:spcPts val="0"/>
              </a:spcAft>
              <a:buSzPts val="1000"/>
              <a:buChar char="○"/>
              <a:defRPr sz="1000"/>
            </a:lvl2pPr>
            <a:lvl3pPr indent="-292100" lvl="2" marL="1371600" algn="l">
              <a:lnSpc>
                <a:spcPct val="115000"/>
              </a:lnSpc>
              <a:spcBef>
                <a:spcPts val="600"/>
              </a:spcBef>
              <a:spcAft>
                <a:spcPts val="0"/>
              </a:spcAft>
              <a:buSzPts val="1000"/>
              <a:buChar char="■"/>
              <a:defRPr sz="1000"/>
            </a:lvl3pPr>
            <a:lvl4pPr indent="-292100" lvl="3" marL="1828800" algn="l">
              <a:lnSpc>
                <a:spcPct val="115000"/>
              </a:lnSpc>
              <a:spcBef>
                <a:spcPts val="600"/>
              </a:spcBef>
              <a:spcAft>
                <a:spcPts val="0"/>
              </a:spcAft>
              <a:buSzPts val="1000"/>
              <a:buChar char="●"/>
              <a:defRPr sz="1000"/>
            </a:lvl4pPr>
            <a:lvl5pPr indent="-292100" lvl="4" marL="2286000" algn="l">
              <a:lnSpc>
                <a:spcPct val="115000"/>
              </a:lnSpc>
              <a:spcBef>
                <a:spcPts val="600"/>
              </a:spcBef>
              <a:spcAft>
                <a:spcPts val="0"/>
              </a:spcAft>
              <a:buSzPts val="1000"/>
              <a:buChar char="○"/>
              <a:defRPr sz="1000"/>
            </a:lvl5pPr>
            <a:lvl6pPr indent="-292100" lvl="5" marL="2743200" algn="l">
              <a:lnSpc>
                <a:spcPct val="115000"/>
              </a:lnSpc>
              <a:spcBef>
                <a:spcPts val="600"/>
              </a:spcBef>
              <a:spcAft>
                <a:spcPts val="0"/>
              </a:spcAft>
              <a:buSzPts val="1000"/>
              <a:buChar char="■"/>
              <a:defRPr sz="1000"/>
            </a:lvl6pPr>
            <a:lvl7pPr indent="-292100" lvl="6" marL="3200400" algn="l">
              <a:lnSpc>
                <a:spcPct val="115000"/>
              </a:lnSpc>
              <a:spcBef>
                <a:spcPts val="600"/>
              </a:spcBef>
              <a:spcAft>
                <a:spcPts val="0"/>
              </a:spcAft>
              <a:buSzPts val="1000"/>
              <a:buChar char="●"/>
              <a:defRPr sz="1000"/>
            </a:lvl7pPr>
            <a:lvl8pPr indent="-292100" lvl="7" marL="3657600" algn="l">
              <a:lnSpc>
                <a:spcPct val="115000"/>
              </a:lnSpc>
              <a:spcBef>
                <a:spcPts val="600"/>
              </a:spcBef>
              <a:spcAft>
                <a:spcPts val="0"/>
              </a:spcAft>
              <a:buSzPts val="1000"/>
              <a:buChar char="○"/>
              <a:defRPr sz="1000"/>
            </a:lvl8pPr>
            <a:lvl9pPr indent="-292100" lvl="8" marL="4114800" algn="l">
              <a:lnSpc>
                <a:spcPct val="115000"/>
              </a:lnSpc>
              <a:spcBef>
                <a:spcPts val="600"/>
              </a:spcBef>
              <a:spcAft>
                <a:spcPts val="600"/>
              </a:spcAft>
              <a:buSzPts val="1000"/>
              <a:buChar char="■"/>
              <a:defRPr sz="1000"/>
            </a:lvl9pPr>
          </a:lstStyle>
          <a:p/>
        </p:txBody>
      </p:sp>
      <p:pic>
        <p:nvPicPr>
          <p:cNvPr id="166" name="Google Shape;166;g3dbb17f97c8_2_63"/>
          <p:cNvPicPr preferRelativeResize="0"/>
          <p:nvPr/>
        </p:nvPicPr>
        <p:blipFill rotWithShape="1">
          <a:blip r:embed="rId3">
            <a:alphaModFix/>
          </a:blip>
          <a:srcRect b="0" l="0" r="0" t="29770"/>
          <a:stretch/>
        </p:blipFill>
        <p:spPr>
          <a:xfrm>
            <a:off x="0" y="1"/>
            <a:ext cx="9144003" cy="263400"/>
          </a:xfrm>
          <a:prstGeom prst="rect">
            <a:avLst/>
          </a:prstGeom>
          <a:noFill/>
          <a:ln>
            <a:noFill/>
          </a:ln>
        </p:spPr>
      </p:pic>
    </p:spTree>
  </p:cSld>
  <p:clrMapOvr>
    <a:masterClrMapping/>
  </p:clrMapOvr>
  <p:extLst>
    <p:ext uri="{DCECCB84-F9BA-43D5-87BE-67443E8EF086}">
      <p15:sldGuideLst>
        <p15:guide id="1" pos="2880">
          <p15:clr>
            <a:srgbClr val="FA7B17"/>
          </p15:clr>
        </p15:guide>
        <p15:guide id="2" orient="horz" pos="432">
          <p15:clr>
            <a:srgbClr val="FA7B17"/>
          </p15:clr>
        </p15:guide>
      </p15:sldGuideLst>
    </p:ext>
  </p:extLst>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1">
  <p:cSld name="CUSTOM_2">
    <p:bg>
      <p:bgPr>
        <a:solidFill>
          <a:srgbClr val="220337"/>
        </a:solidFill>
      </p:bgPr>
    </p:bg>
    <p:spTree>
      <p:nvGrpSpPr>
        <p:cNvPr id="167" name="Shape 167"/>
        <p:cNvGrpSpPr/>
        <p:nvPr/>
      </p:nvGrpSpPr>
      <p:grpSpPr>
        <a:xfrm>
          <a:off x="0" y="0"/>
          <a:ext cx="0" cy="0"/>
          <a:chOff x="0" y="0"/>
          <a:chExt cx="0" cy="0"/>
        </a:xfrm>
      </p:grpSpPr>
      <p:pic>
        <p:nvPicPr>
          <p:cNvPr id="168" name="Google Shape;168;g3dbb17f97c8_2_73"/>
          <p:cNvPicPr preferRelativeResize="0"/>
          <p:nvPr/>
        </p:nvPicPr>
        <p:blipFill rotWithShape="1">
          <a:blip r:embed="rId2">
            <a:alphaModFix/>
          </a:blip>
          <a:srcRect b="0" l="0" r="0" t="0"/>
          <a:stretch/>
        </p:blipFill>
        <p:spPr>
          <a:xfrm>
            <a:off x="0" y="0"/>
            <a:ext cx="9144003" cy="5143501"/>
          </a:xfrm>
          <a:prstGeom prst="rect">
            <a:avLst/>
          </a:prstGeom>
          <a:noFill/>
          <a:ln>
            <a:noFill/>
          </a:ln>
        </p:spPr>
      </p:pic>
      <p:pic>
        <p:nvPicPr>
          <p:cNvPr descr=" " id="169" name="Google Shape;169;g3dbb17f97c8_2_73"/>
          <p:cNvPicPr preferRelativeResize="0"/>
          <p:nvPr/>
        </p:nvPicPr>
        <p:blipFill rotWithShape="1">
          <a:blip r:embed="rId3">
            <a:alphaModFix/>
          </a:blip>
          <a:srcRect b="0" l="0" r="0" t="0"/>
          <a:stretch/>
        </p:blipFill>
        <p:spPr>
          <a:xfrm>
            <a:off x="407175" y="4539121"/>
            <a:ext cx="776077" cy="263400"/>
          </a:xfrm>
          <a:prstGeom prst="rect">
            <a:avLst/>
          </a:prstGeom>
          <a:noFill/>
          <a:ln>
            <a:noFill/>
          </a:ln>
        </p:spPr>
      </p:pic>
      <p:sp>
        <p:nvSpPr>
          <p:cNvPr id="170" name="Google Shape;170;g3dbb17f97c8_2_73"/>
          <p:cNvSpPr txBox="1"/>
          <p:nvPr/>
        </p:nvSpPr>
        <p:spPr>
          <a:xfrm>
            <a:off x="4619925" y="4517225"/>
            <a:ext cx="4192800" cy="3072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700"/>
              <a:buFont typeface="Arial"/>
              <a:buNone/>
            </a:pPr>
            <a:fld id="{00000000-1234-1234-1234-123412341234}" type="slidenum">
              <a:rPr b="1" i="0" lang="en" sz="700" u="none" cap="none" strike="noStrike">
                <a:solidFill>
                  <a:srgbClr val="FFFFFF"/>
                </a:solidFill>
                <a:latin typeface="Montserrat"/>
                <a:ea typeface="Montserrat"/>
                <a:cs typeface="Montserrat"/>
                <a:sym typeface="Montserrat"/>
              </a:rPr>
              <a:t>‹#›</a:t>
            </a:fld>
            <a:endParaRPr b="1" i="0" sz="700" u="none" cap="none" strike="noStrike">
              <a:solidFill>
                <a:srgbClr val="FFFFFF"/>
              </a:solidFill>
              <a:latin typeface="Montserrat"/>
              <a:ea typeface="Montserrat"/>
              <a:cs typeface="Montserrat"/>
              <a:sym typeface="Montserrat"/>
            </a:endParaRPr>
          </a:p>
        </p:txBody>
      </p:sp>
      <p:sp>
        <p:nvSpPr>
          <p:cNvPr id="171" name="Google Shape;171;g3dbb17f97c8_2_73"/>
          <p:cNvSpPr txBox="1"/>
          <p:nvPr>
            <p:ph type="title"/>
          </p:nvPr>
        </p:nvSpPr>
        <p:spPr>
          <a:xfrm>
            <a:off x="904850" y="1264532"/>
            <a:ext cx="6710700" cy="1595100"/>
          </a:xfrm>
          <a:prstGeom prst="rect">
            <a:avLst/>
          </a:prstGeom>
          <a:noFill/>
          <a:ln>
            <a:noFill/>
          </a:ln>
        </p:spPr>
        <p:txBody>
          <a:bodyPr anchorCtr="0" anchor="ctr" bIns="91425" lIns="91425" spcFirstLastPara="1" rIns="91425" wrap="square" tIns="91425">
            <a:noAutofit/>
          </a:bodyPr>
          <a:lstStyle>
            <a:lvl1pPr lvl="0" algn="l">
              <a:lnSpc>
                <a:spcPct val="80000"/>
              </a:lnSpc>
              <a:spcBef>
                <a:spcPts val="0"/>
              </a:spcBef>
              <a:spcAft>
                <a:spcPts val="0"/>
              </a:spcAft>
              <a:buSzPts val="3600"/>
              <a:buNone/>
              <a:defRPr sz="6000">
                <a:solidFill>
                  <a:schemeClr val="dk1"/>
                </a:solidFill>
              </a:defRPr>
            </a:lvl1pPr>
            <a:lvl2pPr lvl="1" algn="l">
              <a:lnSpc>
                <a:spcPct val="100000"/>
              </a:lnSpc>
              <a:spcBef>
                <a:spcPts val="0"/>
              </a:spcBef>
              <a:spcAft>
                <a:spcPts val="0"/>
              </a:spcAft>
              <a:buSzPts val="2800"/>
              <a:buNone/>
              <a:defRPr>
                <a:solidFill>
                  <a:srgbClr val="FFFFFF"/>
                </a:solidFill>
              </a:defRPr>
            </a:lvl2pPr>
            <a:lvl3pPr lvl="2" algn="l">
              <a:lnSpc>
                <a:spcPct val="100000"/>
              </a:lnSpc>
              <a:spcBef>
                <a:spcPts val="0"/>
              </a:spcBef>
              <a:spcAft>
                <a:spcPts val="0"/>
              </a:spcAft>
              <a:buSzPts val="2800"/>
              <a:buNone/>
              <a:defRPr>
                <a:solidFill>
                  <a:srgbClr val="FFFFFF"/>
                </a:solidFill>
              </a:defRPr>
            </a:lvl3pPr>
            <a:lvl4pPr lvl="3" algn="l">
              <a:lnSpc>
                <a:spcPct val="100000"/>
              </a:lnSpc>
              <a:spcBef>
                <a:spcPts val="0"/>
              </a:spcBef>
              <a:spcAft>
                <a:spcPts val="0"/>
              </a:spcAft>
              <a:buSzPts val="2800"/>
              <a:buNone/>
              <a:defRPr>
                <a:solidFill>
                  <a:srgbClr val="FFFFFF"/>
                </a:solidFill>
              </a:defRPr>
            </a:lvl4pPr>
            <a:lvl5pPr lvl="4" algn="l">
              <a:lnSpc>
                <a:spcPct val="100000"/>
              </a:lnSpc>
              <a:spcBef>
                <a:spcPts val="0"/>
              </a:spcBef>
              <a:spcAft>
                <a:spcPts val="0"/>
              </a:spcAft>
              <a:buSzPts val="2800"/>
              <a:buNone/>
              <a:defRPr>
                <a:solidFill>
                  <a:srgbClr val="FFFFFF"/>
                </a:solidFill>
              </a:defRPr>
            </a:lvl5pPr>
            <a:lvl6pPr lvl="5" algn="l">
              <a:lnSpc>
                <a:spcPct val="100000"/>
              </a:lnSpc>
              <a:spcBef>
                <a:spcPts val="0"/>
              </a:spcBef>
              <a:spcAft>
                <a:spcPts val="0"/>
              </a:spcAft>
              <a:buSzPts val="2800"/>
              <a:buNone/>
              <a:defRPr>
                <a:solidFill>
                  <a:srgbClr val="FFFFFF"/>
                </a:solidFill>
              </a:defRPr>
            </a:lvl6pPr>
            <a:lvl7pPr lvl="6" algn="l">
              <a:lnSpc>
                <a:spcPct val="100000"/>
              </a:lnSpc>
              <a:spcBef>
                <a:spcPts val="0"/>
              </a:spcBef>
              <a:spcAft>
                <a:spcPts val="0"/>
              </a:spcAft>
              <a:buSzPts val="2800"/>
              <a:buNone/>
              <a:defRPr>
                <a:solidFill>
                  <a:srgbClr val="FFFFFF"/>
                </a:solidFill>
              </a:defRPr>
            </a:lvl7pPr>
            <a:lvl8pPr lvl="7" algn="l">
              <a:lnSpc>
                <a:spcPct val="100000"/>
              </a:lnSpc>
              <a:spcBef>
                <a:spcPts val="0"/>
              </a:spcBef>
              <a:spcAft>
                <a:spcPts val="0"/>
              </a:spcAft>
              <a:buSzPts val="2800"/>
              <a:buNone/>
              <a:defRPr>
                <a:solidFill>
                  <a:srgbClr val="FFFFFF"/>
                </a:solidFill>
              </a:defRPr>
            </a:lvl8pPr>
            <a:lvl9pPr lvl="8" algn="l">
              <a:lnSpc>
                <a:spcPct val="100000"/>
              </a:lnSpc>
              <a:spcBef>
                <a:spcPts val="0"/>
              </a:spcBef>
              <a:spcAft>
                <a:spcPts val="0"/>
              </a:spcAft>
              <a:buSzPts val="2800"/>
              <a:buNone/>
              <a:defRPr>
                <a:solidFill>
                  <a:srgbClr val="FFFFFF"/>
                </a:solidFill>
              </a:defRPr>
            </a:lvl9pPr>
          </a:lstStyle>
          <a:p/>
        </p:txBody>
      </p:sp>
      <p:sp>
        <p:nvSpPr>
          <p:cNvPr id="172" name="Google Shape;172;g3dbb17f97c8_2_73"/>
          <p:cNvSpPr txBox="1"/>
          <p:nvPr>
            <p:ph idx="1" type="subTitle"/>
          </p:nvPr>
        </p:nvSpPr>
        <p:spPr>
          <a:xfrm>
            <a:off x="974919" y="3029082"/>
            <a:ext cx="3715200" cy="500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800"/>
              <a:buNone/>
              <a:defRPr>
                <a:solidFill>
                  <a:schemeClr val="dk1"/>
                </a:solidFill>
              </a:defRPr>
            </a:lvl1pPr>
            <a:lvl2pPr lvl="1" algn="l">
              <a:lnSpc>
                <a:spcPct val="115000"/>
              </a:lnSpc>
              <a:spcBef>
                <a:spcPts val="1600"/>
              </a:spcBef>
              <a:spcAft>
                <a:spcPts val="0"/>
              </a:spcAft>
              <a:buSzPts val="1400"/>
              <a:buNone/>
              <a:defRPr/>
            </a:lvl2pPr>
            <a:lvl3pPr lvl="2" algn="l">
              <a:lnSpc>
                <a:spcPct val="115000"/>
              </a:lnSpc>
              <a:spcBef>
                <a:spcPts val="1600"/>
              </a:spcBef>
              <a:spcAft>
                <a:spcPts val="0"/>
              </a:spcAft>
              <a:buSzPts val="1400"/>
              <a:buNone/>
              <a:defRPr/>
            </a:lvl3pPr>
            <a:lvl4pPr lvl="3" algn="l">
              <a:lnSpc>
                <a:spcPct val="115000"/>
              </a:lnSpc>
              <a:spcBef>
                <a:spcPts val="1600"/>
              </a:spcBef>
              <a:spcAft>
                <a:spcPts val="0"/>
              </a:spcAft>
              <a:buSzPts val="1400"/>
              <a:buNone/>
              <a:defRPr/>
            </a:lvl4pPr>
            <a:lvl5pPr lvl="4" algn="l">
              <a:lnSpc>
                <a:spcPct val="115000"/>
              </a:lnSpc>
              <a:spcBef>
                <a:spcPts val="1600"/>
              </a:spcBef>
              <a:spcAft>
                <a:spcPts val="0"/>
              </a:spcAft>
              <a:buSzPts val="14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pic>
        <p:nvPicPr>
          <p:cNvPr descr=" " id="173" name="Google Shape;173;g3dbb17f97c8_2_73"/>
          <p:cNvPicPr preferRelativeResize="0"/>
          <p:nvPr/>
        </p:nvPicPr>
        <p:blipFill rotWithShape="1">
          <a:blip r:embed="rId4">
            <a:alphaModFix/>
          </a:blip>
          <a:srcRect b="0" l="0" r="0" t="0"/>
          <a:stretch/>
        </p:blipFill>
        <p:spPr>
          <a:xfrm>
            <a:off x="407175" y="4539121"/>
            <a:ext cx="776077" cy="263400"/>
          </a:xfrm>
          <a:prstGeom prst="rect">
            <a:avLst/>
          </a:prstGeom>
          <a:noFill/>
          <a:ln>
            <a:noFill/>
          </a:ln>
        </p:spPr>
      </p:pic>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2">
  <p:cSld name="CUSTOM_3">
    <p:bg>
      <p:bgPr>
        <a:solidFill>
          <a:schemeClr val="lt2"/>
        </a:solidFill>
      </p:bgPr>
    </p:bg>
    <p:spTree>
      <p:nvGrpSpPr>
        <p:cNvPr id="174" name="Shape 174"/>
        <p:cNvGrpSpPr/>
        <p:nvPr/>
      </p:nvGrpSpPr>
      <p:grpSpPr>
        <a:xfrm>
          <a:off x="0" y="0"/>
          <a:ext cx="0" cy="0"/>
          <a:chOff x="0" y="0"/>
          <a:chExt cx="0" cy="0"/>
        </a:xfrm>
      </p:grpSpPr>
      <p:pic>
        <p:nvPicPr>
          <p:cNvPr id="175" name="Google Shape;175;g3dbb17f97c8_2_80"/>
          <p:cNvPicPr preferRelativeResize="0"/>
          <p:nvPr/>
        </p:nvPicPr>
        <p:blipFill rotWithShape="1">
          <a:blip r:embed="rId2">
            <a:alphaModFix/>
          </a:blip>
          <a:srcRect b="0" l="0" r="0" t="0"/>
          <a:stretch/>
        </p:blipFill>
        <p:spPr>
          <a:xfrm>
            <a:off x="-62802" y="-34225"/>
            <a:ext cx="9269596" cy="5180999"/>
          </a:xfrm>
          <a:prstGeom prst="rect">
            <a:avLst/>
          </a:prstGeom>
          <a:noFill/>
          <a:ln>
            <a:noFill/>
          </a:ln>
        </p:spPr>
      </p:pic>
      <p:pic>
        <p:nvPicPr>
          <p:cNvPr descr=" " id="176" name="Google Shape;176;g3dbb17f97c8_2_80"/>
          <p:cNvPicPr preferRelativeResize="0"/>
          <p:nvPr/>
        </p:nvPicPr>
        <p:blipFill rotWithShape="1">
          <a:blip r:embed="rId3">
            <a:alphaModFix/>
          </a:blip>
          <a:srcRect b="0" l="0" r="0" t="0"/>
          <a:stretch/>
        </p:blipFill>
        <p:spPr>
          <a:xfrm>
            <a:off x="407175" y="4539121"/>
            <a:ext cx="776077" cy="263400"/>
          </a:xfrm>
          <a:prstGeom prst="rect">
            <a:avLst/>
          </a:prstGeom>
          <a:noFill/>
          <a:ln>
            <a:noFill/>
          </a:ln>
        </p:spPr>
      </p:pic>
      <p:sp>
        <p:nvSpPr>
          <p:cNvPr id="177" name="Google Shape;177;g3dbb17f97c8_2_80"/>
          <p:cNvSpPr txBox="1"/>
          <p:nvPr/>
        </p:nvSpPr>
        <p:spPr>
          <a:xfrm>
            <a:off x="4619925" y="4517225"/>
            <a:ext cx="4192800" cy="3072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700"/>
              <a:buFont typeface="Arial"/>
              <a:buNone/>
            </a:pPr>
            <a:fld id="{00000000-1234-1234-1234-123412341234}" type="slidenum">
              <a:rPr b="1" i="0" lang="en" sz="700" u="none" cap="none" strike="noStrike">
                <a:solidFill>
                  <a:schemeClr val="accent2"/>
                </a:solidFill>
                <a:latin typeface="Montserrat"/>
                <a:ea typeface="Montserrat"/>
                <a:cs typeface="Montserrat"/>
                <a:sym typeface="Montserrat"/>
              </a:rPr>
              <a:t>‹#›</a:t>
            </a:fld>
            <a:endParaRPr b="1" i="0" sz="700" u="none" cap="none" strike="noStrike">
              <a:solidFill>
                <a:schemeClr val="accent2"/>
              </a:solidFill>
              <a:latin typeface="Montserrat"/>
              <a:ea typeface="Montserrat"/>
              <a:cs typeface="Montserrat"/>
              <a:sym typeface="Montserrat"/>
            </a:endParaRPr>
          </a:p>
        </p:txBody>
      </p:sp>
      <p:sp>
        <p:nvSpPr>
          <p:cNvPr id="178" name="Google Shape;178;g3dbb17f97c8_2_80"/>
          <p:cNvSpPr txBox="1"/>
          <p:nvPr>
            <p:ph type="title"/>
          </p:nvPr>
        </p:nvSpPr>
        <p:spPr>
          <a:xfrm>
            <a:off x="592275" y="522825"/>
            <a:ext cx="8144400" cy="3753000"/>
          </a:xfrm>
          <a:prstGeom prst="rect">
            <a:avLst/>
          </a:prstGeom>
          <a:noFill/>
          <a:ln>
            <a:noFill/>
          </a:ln>
        </p:spPr>
        <p:txBody>
          <a:bodyPr anchorCtr="0" anchor="ctr" bIns="91425" lIns="91425" spcFirstLastPara="1" rIns="91425" wrap="square" tIns="91425">
            <a:noAutofit/>
          </a:bodyPr>
          <a:lstStyle>
            <a:lvl1pPr lvl="0" algn="l">
              <a:lnSpc>
                <a:spcPct val="80000"/>
              </a:lnSpc>
              <a:spcBef>
                <a:spcPts val="0"/>
              </a:spcBef>
              <a:spcAft>
                <a:spcPts val="0"/>
              </a:spcAft>
              <a:buSzPts val="3600"/>
              <a:buNone/>
              <a:defRPr sz="6000">
                <a:solidFill>
                  <a:schemeClr val="dk1"/>
                </a:solidFill>
              </a:defRPr>
            </a:lvl1pPr>
            <a:lvl2pPr lvl="1" algn="l">
              <a:lnSpc>
                <a:spcPct val="100000"/>
              </a:lnSpc>
              <a:spcBef>
                <a:spcPts val="0"/>
              </a:spcBef>
              <a:spcAft>
                <a:spcPts val="0"/>
              </a:spcAft>
              <a:buSzPts val="2800"/>
              <a:buNone/>
              <a:defRPr>
                <a:solidFill>
                  <a:schemeClr val="dk1"/>
                </a:solidFill>
              </a:defRPr>
            </a:lvl2pPr>
            <a:lvl3pPr lvl="2" algn="l">
              <a:lnSpc>
                <a:spcPct val="100000"/>
              </a:lnSpc>
              <a:spcBef>
                <a:spcPts val="0"/>
              </a:spcBef>
              <a:spcAft>
                <a:spcPts val="0"/>
              </a:spcAft>
              <a:buSzPts val="2800"/>
              <a:buNone/>
              <a:defRPr>
                <a:solidFill>
                  <a:schemeClr val="dk1"/>
                </a:solidFill>
              </a:defRPr>
            </a:lvl3pPr>
            <a:lvl4pPr lvl="3" algn="l">
              <a:lnSpc>
                <a:spcPct val="100000"/>
              </a:lnSpc>
              <a:spcBef>
                <a:spcPts val="0"/>
              </a:spcBef>
              <a:spcAft>
                <a:spcPts val="0"/>
              </a:spcAft>
              <a:buSzPts val="2800"/>
              <a:buNone/>
              <a:defRPr>
                <a:solidFill>
                  <a:schemeClr val="dk1"/>
                </a:solidFill>
              </a:defRPr>
            </a:lvl4pPr>
            <a:lvl5pPr lvl="4" algn="l">
              <a:lnSpc>
                <a:spcPct val="100000"/>
              </a:lnSpc>
              <a:spcBef>
                <a:spcPts val="0"/>
              </a:spcBef>
              <a:spcAft>
                <a:spcPts val="0"/>
              </a:spcAft>
              <a:buSzPts val="2800"/>
              <a:buNone/>
              <a:defRPr>
                <a:solidFill>
                  <a:schemeClr val="dk1"/>
                </a:solidFill>
              </a:defRPr>
            </a:lvl5pPr>
            <a:lvl6pPr lvl="5" algn="l">
              <a:lnSpc>
                <a:spcPct val="100000"/>
              </a:lnSpc>
              <a:spcBef>
                <a:spcPts val="0"/>
              </a:spcBef>
              <a:spcAft>
                <a:spcPts val="0"/>
              </a:spcAft>
              <a:buSzPts val="2800"/>
              <a:buNone/>
              <a:defRPr>
                <a:solidFill>
                  <a:schemeClr val="dk1"/>
                </a:solidFill>
              </a:defRPr>
            </a:lvl6pPr>
            <a:lvl7pPr lvl="6" algn="l">
              <a:lnSpc>
                <a:spcPct val="100000"/>
              </a:lnSpc>
              <a:spcBef>
                <a:spcPts val="0"/>
              </a:spcBef>
              <a:spcAft>
                <a:spcPts val="0"/>
              </a:spcAft>
              <a:buSzPts val="2800"/>
              <a:buNone/>
              <a:defRPr>
                <a:solidFill>
                  <a:schemeClr val="dk1"/>
                </a:solidFill>
              </a:defRPr>
            </a:lvl7pPr>
            <a:lvl8pPr lvl="7" algn="l">
              <a:lnSpc>
                <a:spcPct val="100000"/>
              </a:lnSpc>
              <a:spcBef>
                <a:spcPts val="0"/>
              </a:spcBef>
              <a:spcAft>
                <a:spcPts val="0"/>
              </a:spcAft>
              <a:buSzPts val="2800"/>
              <a:buNone/>
              <a:defRPr>
                <a:solidFill>
                  <a:schemeClr val="dk1"/>
                </a:solidFill>
              </a:defRPr>
            </a:lvl8pPr>
            <a:lvl9pPr lvl="8" algn="l">
              <a:lnSpc>
                <a:spcPct val="100000"/>
              </a:lnSpc>
              <a:spcBef>
                <a:spcPts val="0"/>
              </a:spcBef>
              <a:spcAft>
                <a:spcPts val="0"/>
              </a:spcAft>
              <a:buSzPts val="2800"/>
              <a:buNone/>
              <a:defRPr>
                <a:solidFill>
                  <a:schemeClr val="dk1"/>
                </a:solidFill>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with folio" type="blank">
  <p:cSld name="BLANK">
    <p:spTree>
      <p:nvGrpSpPr>
        <p:cNvPr id="179" name="Shape 179"/>
        <p:cNvGrpSpPr/>
        <p:nvPr/>
      </p:nvGrpSpPr>
      <p:grpSpPr>
        <a:xfrm>
          <a:off x="0" y="0"/>
          <a:ext cx="0" cy="0"/>
          <a:chOff x="0" y="0"/>
          <a:chExt cx="0" cy="0"/>
        </a:xfrm>
      </p:grpSpPr>
      <p:pic>
        <p:nvPicPr>
          <p:cNvPr descr=" " id="180" name="Google Shape;180;g3dbb17f97c8_2_85"/>
          <p:cNvPicPr preferRelativeResize="0"/>
          <p:nvPr/>
        </p:nvPicPr>
        <p:blipFill rotWithShape="1">
          <a:blip r:embed="rId2">
            <a:alphaModFix/>
          </a:blip>
          <a:srcRect b="0" l="0" r="0" t="0"/>
          <a:stretch/>
        </p:blipFill>
        <p:spPr>
          <a:xfrm>
            <a:off x="407175" y="4539121"/>
            <a:ext cx="776077" cy="263400"/>
          </a:xfrm>
          <a:prstGeom prst="rect">
            <a:avLst/>
          </a:prstGeom>
          <a:noFill/>
          <a:ln>
            <a:noFill/>
          </a:ln>
        </p:spPr>
      </p:pic>
      <p:sp>
        <p:nvSpPr>
          <p:cNvPr id="181" name="Google Shape;181;g3dbb17f97c8_2_85"/>
          <p:cNvSpPr txBox="1"/>
          <p:nvPr/>
        </p:nvSpPr>
        <p:spPr>
          <a:xfrm>
            <a:off x="4619925" y="4517225"/>
            <a:ext cx="4192800" cy="3072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700"/>
              <a:buFont typeface="Arial"/>
              <a:buNone/>
            </a:pPr>
            <a:fld id="{00000000-1234-1234-1234-123412341234}" type="slidenum">
              <a:rPr b="1" i="0" lang="en" sz="700" u="none" cap="none" strike="noStrike">
                <a:solidFill>
                  <a:schemeClr val="accent2"/>
                </a:solidFill>
                <a:latin typeface="Montserrat"/>
                <a:ea typeface="Montserrat"/>
                <a:cs typeface="Montserrat"/>
                <a:sym typeface="Montserrat"/>
              </a:rPr>
              <a:t>‹#›</a:t>
            </a:fld>
            <a:endParaRPr b="1" i="0" sz="700" u="none" cap="none" strike="noStrike">
              <a:solidFill>
                <a:schemeClr val="accent2"/>
              </a:solidFill>
              <a:latin typeface="Montserrat"/>
              <a:ea typeface="Montserrat"/>
              <a:cs typeface="Montserrat"/>
              <a:sym typeface="Montserrat"/>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_1">
    <p:spTree>
      <p:nvGrpSpPr>
        <p:cNvPr id="182" name="Shape 182"/>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6"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6.xml"/><Relationship Id="rId10" Type="http://schemas.openxmlformats.org/officeDocument/2006/relationships/slideLayout" Target="../slideLayouts/slideLayout25.xml"/><Relationship Id="rId13" Type="http://schemas.openxmlformats.org/officeDocument/2006/relationships/slideLayout" Target="../slideLayouts/slideLayout28.xml"/><Relationship Id="rId12" Type="http://schemas.openxmlformats.org/officeDocument/2006/relationships/slideLayout" Target="../slideLayouts/slideLayout27.xml"/><Relationship Id="rId1" Type="http://schemas.openxmlformats.org/officeDocument/2006/relationships/slideLayout" Target="../slideLayouts/slideLayout16.xml"/><Relationship Id="rId2" Type="http://schemas.openxmlformats.org/officeDocument/2006/relationships/slideLayout" Target="../slideLayouts/slideLayout17.xml"/><Relationship Id="rId3" Type="http://schemas.openxmlformats.org/officeDocument/2006/relationships/slideLayout" Target="../slideLayouts/slideLayout18.xml"/><Relationship Id="rId4" Type="http://schemas.openxmlformats.org/officeDocument/2006/relationships/slideLayout" Target="../slideLayouts/slideLayout19.xml"/><Relationship Id="rId9" Type="http://schemas.openxmlformats.org/officeDocument/2006/relationships/slideLayout" Target="../slideLayouts/slideLayout24.xml"/><Relationship Id="rId15" Type="http://schemas.openxmlformats.org/officeDocument/2006/relationships/slideLayout" Target="../slideLayouts/slideLayout30.xml"/><Relationship Id="rId14" Type="http://schemas.openxmlformats.org/officeDocument/2006/relationships/slideLayout" Target="../slideLayouts/slideLayout29.xml"/><Relationship Id="rId16" Type="http://schemas.openxmlformats.org/officeDocument/2006/relationships/theme" Target="../theme/theme2.xml"/><Relationship Id="rId5" Type="http://schemas.openxmlformats.org/officeDocument/2006/relationships/slideLayout" Target="../slideLayouts/slideLayout20.xml"/><Relationship Id="rId6" Type="http://schemas.openxmlformats.org/officeDocument/2006/relationships/slideLayout" Target="../slideLayouts/slideLayout21.xml"/><Relationship Id="rId7" Type="http://schemas.openxmlformats.org/officeDocument/2006/relationships/slideLayout" Target="../slideLayouts/slideLayout22.xml"/><Relationship Id="rId8"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5"/>
          <p:cNvSpPr txBox="1"/>
          <p:nvPr>
            <p:ph type="title"/>
          </p:nvPr>
        </p:nvSpPr>
        <p:spPr>
          <a:xfrm>
            <a:off x="311700" y="368825"/>
            <a:ext cx="84249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57068C"/>
              </a:buClr>
              <a:buSzPts val="3600"/>
              <a:buFont typeface="Frank Ruhl Libre"/>
              <a:buNone/>
              <a:defRPr b="1" i="0" sz="3600" u="none" cap="none" strike="noStrike">
                <a:solidFill>
                  <a:srgbClr val="57068C"/>
                </a:solidFill>
                <a:latin typeface="Frank Ruhl Libre"/>
                <a:ea typeface="Frank Ruhl Libre"/>
                <a:cs typeface="Frank Ruhl Libre"/>
                <a:sym typeface="Frank Ruhl Libre"/>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15"/>
          <p:cNvSpPr txBox="1"/>
          <p:nvPr>
            <p:ph idx="1" type="body"/>
          </p:nvPr>
        </p:nvSpPr>
        <p:spPr>
          <a:xfrm>
            <a:off x="311700" y="1152475"/>
            <a:ext cx="8424900" cy="31233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rgbClr val="57068C"/>
              </a:buClr>
              <a:buSzPts val="1800"/>
              <a:buFont typeface="Montserrat"/>
              <a:buChar char="●"/>
              <a:defRPr b="0" i="0" sz="1800" u="none" cap="none" strike="noStrike">
                <a:solidFill>
                  <a:srgbClr val="333333"/>
                </a:solidFill>
                <a:latin typeface="Montserrat"/>
                <a:ea typeface="Montserrat"/>
                <a:cs typeface="Montserrat"/>
                <a:sym typeface="Montserrat"/>
              </a:defRPr>
            </a:lvl1pPr>
            <a:lvl2pPr indent="-317500" lvl="1" marL="914400" marR="0" rtl="0" algn="l">
              <a:lnSpc>
                <a:spcPct val="115000"/>
              </a:lnSpc>
              <a:spcBef>
                <a:spcPts val="1600"/>
              </a:spcBef>
              <a:spcAft>
                <a:spcPts val="0"/>
              </a:spcAft>
              <a:buClr>
                <a:srgbClr val="57068C"/>
              </a:buClr>
              <a:buSzPts val="1400"/>
              <a:buFont typeface="Montserrat"/>
              <a:buChar char="○"/>
              <a:defRPr b="0" i="0" sz="1400" u="none" cap="none" strike="noStrike">
                <a:solidFill>
                  <a:srgbClr val="333333"/>
                </a:solidFill>
                <a:latin typeface="Montserrat"/>
                <a:ea typeface="Montserrat"/>
                <a:cs typeface="Montserrat"/>
                <a:sym typeface="Montserrat"/>
              </a:defRPr>
            </a:lvl2pPr>
            <a:lvl3pPr indent="-317500" lvl="2" marL="1371600" marR="0" rtl="0" algn="l">
              <a:lnSpc>
                <a:spcPct val="115000"/>
              </a:lnSpc>
              <a:spcBef>
                <a:spcPts val="1600"/>
              </a:spcBef>
              <a:spcAft>
                <a:spcPts val="0"/>
              </a:spcAft>
              <a:buClr>
                <a:srgbClr val="57068C"/>
              </a:buClr>
              <a:buSzPts val="1400"/>
              <a:buFont typeface="Montserrat"/>
              <a:buChar char="■"/>
              <a:defRPr b="0" i="0" sz="1400" u="none" cap="none" strike="noStrike">
                <a:solidFill>
                  <a:srgbClr val="333333"/>
                </a:solidFill>
                <a:latin typeface="Montserrat"/>
                <a:ea typeface="Montserrat"/>
                <a:cs typeface="Montserrat"/>
                <a:sym typeface="Montserrat"/>
              </a:defRPr>
            </a:lvl3pPr>
            <a:lvl4pPr indent="-317500" lvl="3" marL="1828800" marR="0" rtl="0" algn="l">
              <a:lnSpc>
                <a:spcPct val="115000"/>
              </a:lnSpc>
              <a:spcBef>
                <a:spcPts val="1600"/>
              </a:spcBef>
              <a:spcAft>
                <a:spcPts val="0"/>
              </a:spcAft>
              <a:buClr>
                <a:srgbClr val="57068C"/>
              </a:buClr>
              <a:buSzPts val="1400"/>
              <a:buFont typeface="Montserrat"/>
              <a:buChar char="●"/>
              <a:defRPr b="0" i="0" sz="1400" u="none" cap="none" strike="noStrike">
                <a:solidFill>
                  <a:srgbClr val="333333"/>
                </a:solidFill>
                <a:latin typeface="Montserrat"/>
                <a:ea typeface="Montserrat"/>
                <a:cs typeface="Montserrat"/>
                <a:sym typeface="Montserrat"/>
              </a:defRPr>
            </a:lvl4pPr>
            <a:lvl5pPr indent="-317500" lvl="4" marL="2286000" marR="0" rtl="0" algn="l">
              <a:lnSpc>
                <a:spcPct val="115000"/>
              </a:lnSpc>
              <a:spcBef>
                <a:spcPts val="1600"/>
              </a:spcBef>
              <a:spcAft>
                <a:spcPts val="0"/>
              </a:spcAft>
              <a:buClr>
                <a:srgbClr val="57068C"/>
              </a:buClr>
              <a:buSzPts val="1400"/>
              <a:buFont typeface="Montserrat"/>
              <a:buChar char="○"/>
              <a:defRPr b="0" i="0" sz="1400" u="none" cap="none" strike="noStrike">
                <a:solidFill>
                  <a:srgbClr val="333333"/>
                </a:solidFill>
                <a:latin typeface="Montserrat"/>
                <a:ea typeface="Montserrat"/>
                <a:cs typeface="Montserrat"/>
                <a:sym typeface="Montserrat"/>
              </a:defRPr>
            </a:lvl5pPr>
            <a:lvl6pPr indent="-317500" lvl="5" marL="2743200" marR="0" rtl="0" algn="l">
              <a:lnSpc>
                <a:spcPct val="115000"/>
              </a:lnSpc>
              <a:spcBef>
                <a:spcPts val="1600"/>
              </a:spcBef>
              <a:spcAft>
                <a:spcPts val="0"/>
              </a:spcAft>
              <a:buClr>
                <a:srgbClr val="57068C"/>
              </a:buClr>
              <a:buSzPts val="1400"/>
              <a:buFont typeface="Montserrat"/>
              <a:buChar char="■"/>
              <a:defRPr b="0" i="0" sz="1400" u="none" cap="none" strike="noStrike">
                <a:solidFill>
                  <a:srgbClr val="333333"/>
                </a:solidFill>
                <a:latin typeface="Montserrat"/>
                <a:ea typeface="Montserrat"/>
                <a:cs typeface="Montserrat"/>
                <a:sym typeface="Montserrat"/>
              </a:defRPr>
            </a:lvl6pPr>
            <a:lvl7pPr indent="-317500" lvl="6" marL="3200400" marR="0" rtl="0" algn="l">
              <a:lnSpc>
                <a:spcPct val="115000"/>
              </a:lnSpc>
              <a:spcBef>
                <a:spcPts val="1600"/>
              </a:spcBef>
              <a:spcAft>
                <a:spcPts val="0"/>
              </a:spcAft>
              <a:buClr>
                <a:srgbClr val="57068C"/>
              </a:buClr>
              <a:buSzPts val="1400"/>
              <a:buFont typeface="Montserrat"/>
              <a:buChar char="●"/>
              <a:defRPr b="0" i="0" sz="1400" u="none" cap="none" strike="noStrike">
                <a:solidFill>
                  <a:srgbClr val="333333"/>
                </a:solidFill>
                <a:latin typeface="Montserrat"/>
                <a:ea typeface="Montserrat"/>
                <a:cs typeface="Montserrat"/>
                <a:sym typeface="Montserrat"/>
              </a:defRPr>
            </a:lvl7pPr>
            <a:lvl8pPr indent="-317500" lvl="7" marL="3657600" marR="0" rtl="0" algn="l">
              <a:lnSpc>
                <a:spcPct val="115000"/>
              </a:lnSpc>
              <a:spcBef>
                <a:spcPts val="1600"/>
              </a:spcBef>
              <a:spcAft>
                <a:spcPts val="0"/>
              </a:spcAft>
              <a:buClr>
                <a:srgbClr val="57068C"/>
              </a:buClr>
              <a:buSzPts val="1400"/>
              <a:buFont typeface="Montserrat"/>
              <a:buChar char="○"/>
              <a:defRPr b="0" i="0" sz="1400" u="none" cap="none" strike="noStrike">
                <a:solidFill>
                  <a:srgbClr val="333333"/>
                </a:solidFill>
                <a:latin typeface="Montserrat"/>
                <a:ea typeface="Montserrat"/>
                <a:cs typeface="Montserrat"/>
                <a:sym typeface="Montserrat"/>
              </a:defRPr>
            </a:lvl8pPr>
            <a:lvl9pPr indent="-317500" lvl="8" marL="4114800" marR="0" rtl="0" algn="l">
              <a:lnSpc>
                <a:spcPct val="115000"/>
              </a:lnSpc>
              <a:spcBef>
                <a:spcPts val="1600"/>
              </a:spcBef>
              <a:spcAft>
                <a:spcPts val="1600"/>
              </a:spcAft>
              <a:buClr>
                <a:srgbClr val="57068C"/>
              </a:buClr>
              <a:buSzPts val="1400"/>
              <a:buFont typeface="Montserrat"/>
              <a:buChar char="■"/>
              <a:defRPr b="0" i="0" sz="1400" u="none" cap="none" strike="noStrike">
                <a:solidFill>
                  <a:srgbClr val="333333"/>
                </a:solidFill>
                <a:latin typeface="Montserrat"/>
                <a:ea typeface="Montserrat"/>
                <a:cs typeface="Montserrat"/>
                <a:sym typeface="Montserrat"/>
              </a:defRPr>
            </a:lvl9pPr>
          </a:lstStyle>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256">
          <p15:clr>
            <a:srgbClr val="EA4335"/>
          </p15:clr>
        </p15:guide>
        <p15:guide id="2" orient="horz" pos="3025">
          <p15:clr>
            <a:srgbClr val="EA4335"/>
          </p15:clr>
        </p15:guide>
        <p15:guide id="3" pos="5503">
          <p15:clr>
            <a:srgbClr val="EA4335"/>
          </p15:clr>
        </p15:guide>
        <p15:guide id="4" orient="horz" pos="2693">
          <p15:clr>
            <a:srgbClr val="EA4335"/>
          </p15:clr>
        </p15:guide>
      </p15:sldGuideLst>
    </p:ext>
  </p:extLst>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94" name="Shape 94"/>
        <p:cNvGrpSpPr/>
        <p:nvPr/>
      </p:nvGrpSpPr>
      <p:grpSpPr>
        <a:xfrm>
          <a:off x="0" y="0"/>
          <a:ext cx="0" cy="0"/>
          <a:chOff x="0" y="0"/>
          <a:chExt cx="0" cy="0"/>
        </a:xfrm>
      </p:grpSpPr>
      <p:sp>
        <p:nvSpPr>
          <p:cNvPr id="95" name="Google Shape;95;g3dbb17f97c8_2_0"/>
          <p:cNvSpPr txBox="1"/>
          <p:nvPr>
            <p:ph type="title"/>
          </p:nvPr>
        </p:nvSpPr>
        <p:spPr>
          <a:xfrm>
            <a:off x="311700" y="368825"/>
            <a:ext cx="84249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57068C"/>
              </a:buClr>
              <a:buSzPts val="3600"/>
              <a:buFont typeface="Frank Ruhl Libre"/>
              <a:buNone/>
              <a:defRPr b="1" i="0" sz="3600" u="none" cap="none" strike="noStrike">
                <a:solidFill>
                  <a:srgbClr val="57068C"/>
                </a:solidFill>
                <a:latin typeface="Frank Ruhl Libre"/>
                <a:ea typeface="Frank Ruhl Libre"/>
                <a:cs typeface="Frank Ruhl Libre"/>
                <a:sym typeface="Frank Ruhl Libre"/>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96" name="Google Shape;96;g3dbb17f97c8_2_0"/>
          <p:cNvSpPr txBox="1"/>
          <p:nvPr>
            <p:ph idx="1" type="body"/>
          </p:nvPr>
        </p:nvSpPr>
        <p:spPr>
          <a:xfrm>
            <a:off x="311700" y="1152475"/>
            <a:ext cx="8424900" cy="31233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rgbClr val="57068C"/>
              </a:buClr>
              <a:buSzPts val="1800"/>
              <a:buFont typeface="Montserrat"/>
              <a:buChar char="●"/>
              <a:defRPr b="0" i="0" sz="1800" u="none" cap="none" strike="noStrike">
                <a:solidFill>
                  <a:srgbClr val="333333"/>
                </a:solidFill>
                <a:latin typeface="Montserrat"/>
                <a:ea typeface="Montserrat"/>
                <a:cs typeface="Montserrat"/>
                <a:sym typeface="Montserrat"/>
              </a:defRPr>
            </a:lvl1pPr>
            <a:lvl2pPr indent="-317500" lvl="1" marL="914400" marR="0" rtl="0" algn="l">
              <a:lnSpc>
                <a:spcPct val="115000"/>
              </a:lnSpc>
              <a:spcBef>
                <a:spcPts val="1600"/>
              </a:spcBef>
              <a:spcAft>
                <a:spcPts val="0"/>
              </a:spcAft>
              <a:buClr>
                <a:srgbClr val="57068C"/>
              </a:buClr>
              <a:buSzPts val="1400"/>
              <a:buFont typeface="Montserrat"/>
              <a:buChar char="○"/>
              <a:defRPr b="0" i="0" sz="1400" u="none" cap="none" strike="noStrike">
                <a:solidFill>
                  <a:srgbClr val="333333"/>
                </a:solidFill>
                <a:latin typeface="Montserrat"/>
                <a:ea typeface="Montserrat"/>
                <a:cs typeface="Montserrat"/>
                <a:sym typeface="Montserrat"/>
              </a:defRPr>
            </a:lvl2pPr>
            <a:lvl3pPr indent="-317500" lvl="2" marL="1371600" marR="0" rtl="0" algn="l">
              <a:lnSpc>
                <a:spcPct val="115000"/>
              </a:lnSpc>
              <a:spcBef>
                <a:spcPts val="1600"/>
              </a:spcBef>
              <a:spcAft>
                <a:spcPts val="0"/>
              </a:spcAft>
              <a:buClr>
                <a:srgbClr val="57068C"/>
              </a:buClr>
              <a:buSzPts val="1400"/>
              <a:buFont typeface="Montserrat"/>
              <a:buChar char="■"/>
              <a:defRPr b="0" i="0" sz="1400" u="none" cap="none" strike="noStrike">
                <a:solidFill>
                  <a:srgbClr val="333333"/>
                </a:solidFill>
                <a:latin typeface="Montserrat"/>
                <a:ea typeface="Montserrat"/>
                <a:cs typeface="Montserrat"/>
                <a:sym typeface="Montserrat"/>
              </a:defRPr>
            </a:lvl3pPr>
            <a:lvl4pPr indent="-317500" lvl="3" marL="1828800" marR="0" rtl="0" algn="l">
              <a:lnSpc>
                <a:spcPct val="115000"/>
              </a:lnSpc>
              <a:spcBef>
                <a:spcPts val="1600"/>
              </a:spcBef>
              <a:spcAft>
                <a:spcPts val="0"/>
              </a:spcAft>
              <a:buClr>
                <a:srgbClr val="57068C"/>
              </a:buClr>
              <a:buSzPts val="1400"/>
              <a:buFont typeface="Montserrat"/>
              <a:buChar char="●"/>
              <a:defRPr b="0" i="0" sz="1400" u="none" cap="none" strike="noStrike">
                <a:solidFill>
                  <a:srgbClr val="333333"/>
                </a:solidFill>
                <a:latin typeface="Montserrat"/>
                <a:ea typeface="Montserrat"/>
                <a:cs typeface="Montserrat"/>
                <a:sym typeface="Montserrat"/>
              </a:defRPr>
            </a:lvl4pPr>
            <a:lvl5pPr indent="-317500" lvl="4" marL="2286000" marR="0" rtl="0" algn="l">
              <a:lnSpc>
                <a:spcPct val="115000"/>
              </a:lnSpc>
              <a:spcBef>
                <a:spcPts val="1600"/>
              </a:spcBef>
              <a:spcAft>
                <a:spcPts val="0"/>
              </a:spcAft>
              <a:buClr>
                <a:srgbClr val="57068C"/>
              </a:buClr>
              <a:buSzPts val="1400"/>
              <a:buFont typeface="Montserrat"/>
              <a:buChar char="○"/>
              <a:defRPr b="0" i="0" sz="1400" u="none" cap="none" strike="noStrike">
                <a:solidFill>
                  <a:srgbClr val="333333"/>
                </a:solidFill>
                <a:latin typeface="Montserrat"/>
                <a:ea typeface="Montserrat"/>
                <a:cs typeface="Montserrat"/>
                <a:sym typeface="Montserrat"/>
              </a:defRPr>
            </a:lvl5pPr>
            <a:lvl6pPr indent="-317500" lvl="5" marL="2743200" marR="0" rtl="0" algn="l">
              <a:lnSpc>
                <a:spcPct val="115000"/>
              </a:lnSpc>
              <a:spcBef>
                <a:spcPts val="1600"/>
              </a:spcBef>
              <a:spcAft>
                <a:spcPts val="0"/>
              </a:spcAft>
              <a:buClr>
                <a:srgbClr val="57068C"/>
              </a:buClr>
              <a:buSzPts val="1400"/>
              <a:buFont typeface="Montserrat"/>
              <a:buChar char="■"/>
              <a:defRPr b="0" i="0" sz="1400" u="none" cap="none" strike="noStrike">
                <a:solidFill>
                  <a:srgbClr val="333333"/>
                </a:solidFill>
                <a:latin typeface="Montserrat"/>
                <a:ea typeface="Montserrat"/>
                <a:cs typeface="Montserrat"/>
                <a:sym typeface="Montserrat"/>
              </a:defRPr>
            </a:lvl6pPr>
            <a:lvl7pPr indent="-317500" lvl="6" marL="3200400" marR="0" rtl="0" algn="l">
              <a:lnSpc>
                <a:spcPct val="115000"/>
              </a:lnSpc>
              <a:spcBef>
                <a:spcPts val="1600"/>
              </a:spcBef>
              <a:spcAft>
                <a:spcPts val="0"/>
              </a:spcAft>
              <a:buClr>
                <a:srgbClr val="57068C"/>
              </a:buClr>
              <a:buSzPts val="1400"/>
              <a:buFont typeface="Montserrat"/>
              <a:buChar char="●"/>
              <a:defRPr b="0" i="0" sz="1400" u="none" cap="none" strike="noStrike">
                <a:solidFill>
                  <a:srgbClr val="333333"/>
                </a:solidFill>
                <a:latin typeface="Montserrat"/>
                <a:ea typeface="Montserrat"/>
                <a:cs typeface="Montserrat"/>
                <a:sym typeface="Montserrat"/>
              </a:defRPr>
            </a:lvl7pPr>
            <a:lvl8pPr indent="-317500" lvl="7" marL="3657600" marR="0" rtl="0" algn="l">
              <a:lnSpc>
                <a:spcPct val="115000"/>
              </a:lnSpc>
              <a:spcBef>
                <a:spcPts val="1600"/>
              </a:spcBef>
              <a:spcAft>
                <a:spcPts val="0"/>
              </a:spcAft>
              <a:buClr>
                <a:srgbClr val="57068C"/>
              </a:buClr>
              <a:buSzPts val="1400"/>
              <a:buFont typeface="Montserrat"/>
              <a:buChar char="○"/>
              <a:defRPr b="0" i="0" sz="1400" u="none" cap="none" strike="noStrike">
                <a:solidFill>
                  <a:srgbClr val="333333"/>
                </a:solidFill>
                <a:latin typeface="Montserrat"/>
                <a:ea typeface="Montserrat"/>
                <a:cs typeface="Montserrat"/>
                <a:sym typeface="Montserrat"/>
              </a:defRPr>
            </a:lvl8pPr>
            <a:lvl9pPr indent="-317500" lvl="8" marL="4114800" marR="0" rtl="0" algn="l">
              <a:lnSpc>
                <a:spcPct val="115000"/>
              </a:lnSpc>
              <a:spcBef>
                <a:spcPts val="1600"/>
              </a:spcBef>
              <a:spcAft>
                <a:spcPts val="1600"/>
              </a:spcAft>
              <a:buClr>
                <a:srgbClr val="57068C"/>
              </a:buClr>
              <a:buSzPts val="1400"/>
              <a:buFont typeface="Montserrat"/>
              <a:buChar char="■"/>
              <a:defRPr b="0" i="0" sz="1400" u="none" cap="none" strike="noStrike">
                <a:solidFill>
                  <a:srgbClr val="333333"/>
                </a:solidFill>
                <a:latin typeface="Montserrat"/>
                <a:ea typeface="Montserrat"/>
                <a:cs typeface="Montserrat"/>
                <a:sym typeface="Montserrat"/>
              </a:defRPr>
            </a:lvl9pPr>
          </a:lstStyle>
          <a:p/>
        </p:txBody>
      </p:sp>
    </p:spTree>
  </p:cSld>
  <p:clrMap accent1="accent1" accent2="accent2" accent3="accent3" accent4="accent4" accent5="accent5" accent6="accent6" bg1="lt1" bg2="dk2" tx1="dk1" tx2="lt2" folHlink="folHlink" hlink="hlink"/>
  <p:sldLayoutIdLst>
    <p:sldLayoutId id="2147483665" r:id="rId1"/>
    <p:sldLayoutId id="2147483666" r:id="rId2"/>
    <p:sldLayoutId id="2147483667" r:id="rId3"/>
    <p:sldLayoutId id="2147483668" r:id="rId4"/>
    <p:sldLayoutId id="2147483669" r:id="rId5"/>
    <p:sldLayoutId id="2147483670" r:id="rId6"/>
    <p:sldLayoutId id="2147483671" r:id="rId7"/>
    <p:sldLayoutId id="2147483672" r:id="rId8"/>
    <p:sldLayoutId id="2147483673" r:id="rId9"/>
    <p:sldLayoutId id="2147483674" r:id="rId10"/>
    <p:sldLayoutId id="2147483675" r:id="rId11"/>
    <p:sldLayoutId id="2147483676" r:id="rId12"/>
    <p:sldLayoutId id="2147483677" r:id="rId13"/>
    <p:sldLayoutId id="2147483678" r:id="rId14"/>
    <p:sldLayoutId id="2147483679" r:id="rId1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256">
          <p15:clr>
            <a:srgbClr val="EA4335"/>
          </p15:clr>
        </p15:guide>
        <p15:guide id="2" orient="horz" pos="3025">
          <p15:clr>
            <a:srgbClr val="EA4335"/>
          </p15:clr>
        </p15:guide>
        <p15:guide id="3" pos="5503">
          <p15:clr>
            <a:srgbClr val="EA4335"/>
          </p15:clr>
        </p15:guide>
        <p15:guide id="4" orient="horz" pos="2693">
          <p15:clr>
            <a:srgbClr val="EA4335"/>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hyperlink" Target="https://www.transtats.bts.gov/Tables.asp?QO_VQ=EFD&amp;QO_anzr=Nv4yv0r%FDb0-gvzr%FDcr4s14zn0pr%FDQn6n&amp;QO_fu146_anzr=b0-gvzr" TargetMode="External"/><Relationship Id="rId4" Type="http://schemas.openxmlformats.org/officeDocument/2006/relationships/hyperlink" Target="https://www.transtats.bts.gov/Fields.asp?gnoyr_VQ=FGJ" TargetMode="External"/><Relationship Id="rId5" Type="http://schemas.openxmlformats.org/officeDocument/2006/relationships/hyperlink" Target="https://drive.google.com/file/d/1iXESKbrhonsKsb8BJKz7R4o4HPaEYRPj/view?usp=sharing"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hyperlink" Target="https://github.com/TianqiZhen426/Big-Data_2026Spring_Project"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 Id="rId3" Type="http://schemas.openxmlformats.org/officeDocument/2006/relationships/image" Target="../media/image44.png"/><Relationship Id="rId4" Type="http://schemas.openxmlformats.org/officeDocument/2006/relationships/image" Target="../media/image2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xml"/><Relationship Id="rId3" Type="http://schemas.openxmlformats.org/officeDocument/2006/relationships/image" Target="../media/image4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3.xml"/><Relationship Id="rId3" Type="http://schemas.openxmlformats.org/officeDocument/2006/relationships/image" Target="../media/image32.png"/><Relationship Id="rId4" Type="http://schemas.openxmlformats.org/officeDocument/2006/relationships/image" Target="../media/image22.png"/><Relationship Id="rId5" Type="http://schemas.openxmlformats.org/officeDocument/2006/relationships/image" Target="../media/image3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4.xml"/><Relationship Id="rId3" Type="http://schemas.openxmlformats.org/officeDocument/2006/relationships/image" Target="../media/image20.png"/><Relationship Id="rId4" Type="http://schemas.openxmlformats.org/officeDocument/2006/relationships/image" Target="../media/image28.png"/><Relationship Id="rId5" Type="http://schemas.openxmlformats.org/officeDocument/2006/relationships/image" Target="../media/image1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 Id="rId3" Type="http://schemas.openxmlformats.org/officeDocument/2006/relationships/image" Target="../media/image38.png"/><Relationship Id="rId4" Type="http://schemas.openxmlformats.org/officeDocument/2006/relationships/image" Target="../media/image2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 Id="rId3" Type="http://schemas.openxmlformats.org/officeDocument/2006/relationships/image" Target="../media/image39.png"/><Relationship Id="rId4" Type="http://schemas.openxmlformats.org/officeDocument/2006/relationships/image" Target="../media/image29.png"/><Relationship Id="rId5" Type="http://schemas.openxmlformats.org/officeDocument/2006/relationships/image" Target="../media/image23.png"/><Relationship Id="rId6" Type="http://schemas.openxmlformats.org/officeDocument/2006/relationships/image" Target="../media/image3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 Id="rId3" Type="http://schemas.openxmlformats.org/officeDocument/2006/relationships/image" Target="../media/image24.png"/><Relationship Id="rId4" Type="http://schemas.openxmlformats.org/officeDocument/2006/relationships/image" Target="../media/image3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 Id="rId3" Type="http://schemas.openxmlformats.org/officeDocument/2006/relationships/image" Target="../media/image31.png"/><Relationship Id="rId4" Type="http://schemas.openxmlformats.org/officeDocument/2006/relationships/image" Target="../media/image33.png"/><Relationship Id="rId5" Type="http://schemas.openxmlformats.org/officeDocument/2006/relationships/image" Target="../media/image26.png"/><Relationship Id="rId6" Type="http://schemas.openxmlformats.org/officeDocument/2006/relationships/image" Target="../media/image4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 Id="rId3" Type="http://schemas.openxmlformats.org/officeDocument/2006/relationships/image" Target="../media/image25.png"/><Relationship Id="rId4" Type="http://schemas.openxmlformats.org/officeDocument/2006/relationships/image" Target="../media/image4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 Id="rId3" Type="http://schemas.openxmlformats.org/officeDocument/2006/relationships/image" Target="../media/image30.png"/><Relationship Id="rId4" Type="http://schemas.openxmlformats.org/officeDocument/2006/relationships/image" Target="../media/image4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 Id="rId3" Type="http://schemas.openxmlformats.org/officeDocument/2006/relationships/image" Target="../media/image47.png"/><Relationship Id="rId4" Type="http://schemas.openxmlformats.org/officeDocument/2006/relationships/image" Target="../media/image4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3.xml"/><Relationship Id="rId3" Type="http://schemas.openxmlformats.org/officeDocument/2006/relationships/image" Target="../media/image37.png"/><Relationship Id="rId4" Type="http://schemas.openxmlformats.org/officeDocument/2006/relationships/image" Target="../media/image4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1"/>
          <p:cNvSpPr txBox="1"/>
          <p:nvPr>
            <p:ph type="title"/>
          </p:nvPr>
        </p:nvSpPr>
        <p:spPr>
          <a:xfrm>
            <a:off x="278893" y="1442643"/>
            <a:ext cx="8409000" cy="1595100"/>
          </a:xfrm>
          <a:prstGeom prst="rect">
            <a:avLst/>
          </a:prstGeom>
          <a:noFill/>
          <a:ln>
            <a:noFill/>
          </a:ln>
        </p:spPr>
        <p:txBody>
          <a:bodyPr anchorCtr="0" anchor="ctr" bIns="91425" lIns="91425" spcFirstLastPara="1" rIns="91425" wrap="square" tIns="91425">
            <a:noAutofit/>
          </a:bodyPr>
          <a:lstStyle/>
          <a:p>
            <a:pPr indent="0" lvl="0" marL="0" rtl="0" algn="ctr">
              <a:lnSpc>
                <a:spcPct val="80000"/>
              </a:lnSpc>
              <a:spcBef>
                <a:spcPts val="0"/>
              </a:spcBef>
              <a:spcAft>
                <a:spcPts val="0"/>
              </a:spcAft>
              <a:buSzPts val="3600"/>
              <a:buNone/>
            </a:pPr>
            <a:r>
              <a:rPr lang="en" sz="2600"/>
              <a:t> 	</a:t>
            </a:r>
            <a:r>
              <a:rPr lang="en" sz="3600">
                <a:latin typeface="Arial"/>
                <a:ea typeface="Arial"/>
                <a:cs typeface="Arial"/>
                <a:sym typeface="Arial"/>
              </a:rPr>
              <a:t>U.S. Airline Flight Delay Analysis</a:t>
            </a:r>
            <a:r>
              <a:rPr b="0" lang="en" sz="3600">
                <a:latin typeface="Arial"/>
                <a:ea typeface="Arial"/>
                <a:cs typeface="Arial"/>
                <a:sym typeface="Arial"/>
              </a:rPr>
              <a:t> </a:t>
            </a:r>
            <a:br>
              <a:rPr b="0" lang="en" sz="900">
                <a:latin typeface="Arial"/>
                <a:ea typeface="Arial"/>
                <a:cs typeface="Arial"/>
                <a:sym typeface="Arial"/>
              </a:rPr>
            </a:br>
            <a:br>
              <a:rPr b="0" lang="en" sz="900">
                <a:latin typeface="Arial"/>
                <a:ea typeface="Arial"/>
                <a:cs typeface="Arial"/>
                <a:sym typeface="Arial"/>
              </a:rPr>
            </a:br>
            <a:br>
              <a:rPr lang="en" sz="900">
                <a:latin typeface="Arial"/>
                <a:ea typeface="Arial"/>
                <a:cs typeface="Arial"/>
                <a:sym typeface="Arial"/>
              </a:rPr>
            </a:br>
            <a:endParaRPr sz="1800">
              <a:latin typeface="Arial"/>
              <a:ea typeface="Arial"/>
              <a:cs typeface="Arial"/>
              <a:sym typeface="Arial"/>
            </a:endParaRPr>
          </a:p>
        </p:txBody>
      </p:sp>
      <p:sp>
        <p:nvSpPr>
          <p:cNvPr id="188" name="Google Shape;188;p1"/>
          <p:cNvSpPr txBox="1"/>
          <p:nvPr>
            <p:ph idx="2" type="subTitle"/>
          </p:nvPr>
        </p:nvSpPr>
        <p:spPr>
          <a:xfrm>
            <a:off x="2097550" y="2642650"/>
            <a:ext cx="4771800" cy="700800"/>
          </a:xfrm>
          <a:prstGeom prst="rect">
            <a:avLst/>
          </a:prstGeom>
          <a:noFill/>
          <a:ln>
            <a:noFill/>
          </a:ln>
        </p:spPr>
        <p:txBody>
          <a:bodyPr anchorCtr="0" anchor="t" bIns="91425" lIns="91425" spcFirstLastPara="1" rIns="91425" wrap="square" tIns="91425">
            <a:noAutofit/>
          </a:bodyPr>
          <a:lstStyle/>
          <a:p>
            <a:pPr indent="-342900" lvl="0" marL="457200" rtl="0" algn="ctr">
              <a:lnSpc>
                <a:spcPct val="115000"/>
              </a:lnSpc>
              <a:spcBef>
                <a:spcPts val="0"/>
              </a:spcBef>
              <a:spcAft>
                <a:spcPts val="0"/>
              </a:spcAft>
              <a:buSzPts val="1800"/>
              <a:buNone/>
            </a:pPr>
            <a:r>
              <a:rPr b="1" lang="en"/>
              <a:t>2026 Spring Big Data</a:t>
            </a:r>
            <a:endParaRPr/>
          </a:p>
          <a:p>
            <a:pPr indent="-342900" lvl="0" marL="457200" rtl="0" algn="ctr">
              <a:lnSpc>
                <a:spcPct val="115000"/>
              </a:lnSpc>
              <a:spcBef>
                <a:spcPts val="0"/>
              </a:spcBef>
              <a:spcAft>
                <a:spcPts val="0"/>
              </a:spcAft>
              <a:buSzPts val="1800"/>
              <a:buNone/>
            </a:pPr>
            <a:r>
              <a:rPr b="1" lang="en"/>
              <a:t>Section-C</a:t>
            </a:r>
            <a:endParaRPr/>
          </a:p>
          <a:p>
            <a:pPr indent="-342900" lvl="0" marL="457200" rtl="0" algn="ctr">
              <a:lnSpc>
                <a:spcPct val="115000"/>
              </a:lnSpc>
              <a:spcBef>
                <a:spcPts val="0"/>
              </a:spcBef>
              <a:spcAft>
                <a:spcPts val="0"/>
              </a:spcAft>
              <a:buSzPts val="1800"/>
              <a:buNone/>
            </a:pPr>
            <a:br>
              <a:rPr lang="en"/>
            </a:br>
            <a:endParaRPr/>
          </a:p>
        </p:txBody>
      </p:sp>
      <p:sp>
        <p:nvSpPr>
          <p:cNvPr id="189" name="Google Shape;189;p1"/>
          <p:cNvSpPr txBox="1"/>
          <p:nvPr>
            <p:ph idx="2" type="subTitle"/>
          </p:nvPr>
        </p:nvSpPr>
        <p:spPr>
          <a:xfrm>
            <a:off x="969750" y="3574350"/>
            <a:ext cx="7358700" cy="700800"/>
          </a:xfrm>
          <a:prstGeom prst="rect">
            <a:avLst/>
          </a:prstGeom>
          <a:noFill/>
          <a:ln>
            <a:noFill/>
          </a:ln>
        </p:spPr>
        <p:txBody>
          <a:bodyPr anchorCtr="0" anchor="t" bIns="91425" lIns="91425" spcFirstLastPara="1" rIns="91425" wrap="square" tIns="91425">
            <a:noAutofit/>
          </a:bodyPr>
          <a:lstStyle/>
          <a:p>
            <a:pPr indent="0" lvl="0" marL="0" rtl="0" algn="ctr">
              <a:spcBef>
                <a:spcPts val="200"/>
              </a:spcBef>
              <a:spcAft>
                <a:spcPts val="0"/>
              </a:spcAft>
              <a:buNone/>
            </a:pPr>
            <a:r>
              <a:rPr b="1" lang="en" sz="1300">
                <a:solidFill>
                  <a:schemeClr val="dk1"/>
                </a:solidFill>
                <a:highlight>
                  <a:schemeClr val="lt1"/>
                </a:highlight>
                <a:latin typeface="Arial"/>
                <a:ea typeface="Arial"/>
                <a:cs typeface="Arial"/>
                <a:sym typeface="Arial"/>
              </a:rPr>
              <a:t>Team Meamber:</a:t>
            </a:r>
            <a:endParaRPr b="1" sz="1300">
              <a:solidFill>
                <a:schemeClr val="dk1"/>
              </a:solidFill>
              <a:highlight>
                <a:schemeClr val="lt1"/>
              </a:highlight>
              <a:latin typeface="Arial"/>
              <a:ea typeface="Arial"/>
              <a:cs typeface="Arial"/>
              <a:sym typeface="Arial"/>
            </a:endParaRPr>
          </a:p>
          <a:p>
            <a:pPr indent="0" lvl="0" marL="0" rtl="0" algn="ctr">
              <a:spcBef>
                <a:spcPts val="200"/>
              </a:spcBef>
              <a:spcAft>
                <a:spcPts val="0"/>
              </a:spcAft>
              <a:buNone/>
            </a:pPr>
            <a:r>
              <a:rPr b="1" lang="en" sz="1300">
                <a:solidFill>
                  <a:schemeClr val="dk1"/>
                </a:solidFill>
                <a:highlight>
                  <a:schemeClr val="lt1"/>
                </a:highlight>
                <a:latin typeface="Arial"/>
                <a:ea typeface="Arial"/>
                <a:cs typeface="Arial"/>
                <a:sym typeface="Arial"/>
              </a:rPr>
              <a:t>Jenny Chen - jc13736	Sanjana Kosuru - sk11582	Tianqi Zhen - tz2949</a:t>
            </a:r>
            <a:endParaRPr b="1">
              <a:solidFill>
                <a:schemeClr val="dk1"/>
              </a:solidFill>
              <a:highlight>
                <a:schemeClr val="lt1"/>
              </a:highlight>
            </a:endParaRPr>
          </a:p>
          <a:p>
            <a:pPr indent="-342900" lvl="0" marL="457200" rtl="0" algn="ctr">
              <a:lnSpc>
                <a:spcPct val="115000"/>
              </a:lnSpc>
              <a:spcBef>
                <a:spcPts val="200"/>
              </a:spcBef>
              <a:spcAft>
                <a:spcPts val="0"/>
              </a:spcAft>
              <a:buSzPts val="1800"/>
              <a:buNone/>
            </a:pPr>
            <a:br>
              <a:rPr b="1" lang="en"/>
            </a:br>
            <a:endParaRPr b="1"/>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2"/>
          <p:cNvSpPr txBox="1"/>
          <p:nvPr>
            <p:ph type="title"/>
          </p:nvPr>
        </p:nvSpPr>
        <p:spPr>
          <a:xfrm>
            <a:off x="1506000" y="1385509"/>
            <a:ext cx="6131700" cy="1638600"/>
          </a:xfrm>
          <a:prstGeom prst="rect">
            <a:avLst/>
          </a:prstGeom>
          <a:noFill/>
          <a:ln>
            <a:noFill/>
          </a:ln>
        </p:spPr>
        <p:txBody>
          <a:bodyPr anchorCtr="0" anchor="b" bIns="91425" lIns="91425" spcFirstLastPara="1" rIns="91425" wrap="square" tIns="91425">
            <a:noAutofit/>
          </a:bodyPr>
          <a:lstStyle/>
          <a:p>
            <a:pPr indent="0" lvl="0" marL="0" rtl="0" algn="ctr">
              <a:lnSpc>
                <a:spcPct val="80000"/>
              </a:lnSpc>
              <a:spcBef>
                <a:spcPts val="0"/>
              </a:spcBef>
              <a:spcAft>
                <a:spcPts val="0"/>
              </a:spcAft>
              <a:buSzPts val="3600"/>
              <a:buNone/>
            </a:pPr>
            <a:r>
              <a:rPr lang="en">
                <a:solidFill>
                  <a:schemeClr val="accent2"/>
                </a:solidFill>
              </a:rPr>
              <a:t>Project statement</a:t>
            </a:r>
            <a:endParaRPr>
              <a:solidFill>
                <a:schemeClr val="accent2"/>
              </a:solidFill>
            </a:endParaRPr>
          </a:p>
        </p:txBody>
      </p:sp>
      <p:sp>
        <p:nvSpPr>
          <p:cNvPr id="195" name="Google Shape;195;p2"/>
          <p:cNvSpPr txBox="1"/>
          <p:nvPr/>
        </p:nvSpPr>
        <p:spPr>
          <a:xfrm>
            <a:off x="3793600" y="817178"/>
            <a:ext cx="1556700" cy="298200"/>
          </a:xfrm>
          <a:prstGeom prst="rect">
            <a:avLst/>
          </a:prstGeom>
          <a:noFill/>
          <a:ln>
            <a:noFill/>
          </a:ln>
        </p:spPr>
        <p:txBody>
          <a:bodyPr anchorCtr="0" anchor="t" bIns="91425" lIns="91425" spcFirstLastPara="1" rIns="91425" wrap="square" tIns="91425">
            <a:noAutofit/>
          </a:bodyPr>
          <a:lstStyle/>
          <a:p>
            <a:pPr indent="0" lvl="0" marL="0" marR="0" rtl="0" algn="ctr">
              <a:lnSpc>
                <a:spcPct val="80000"/>
              </a:lnSpc>
              <a:spcBef>
                <a:spcPts val="0"/>
              </a:spcBef>
              <a:spcAft>
                <a:spcPts val="0"/>
              </a:spcAft>
              <a:buClr>
                <a:srgbClr val="000000"/>
              </a:buClr>
              <a:buSzPts val="900"/>
              <a:buFont typeface="Arial"/>
              <a:buNone/>
            </a:pPr>
            <a:r>
              <a:rPr b="0" i="0" lang="en" sz="900" u="none" cap="none" strike="noStrike">
                <a:solidFill>
                  <a:schemeClr val="accent2"/>
                </a:solidFill>
                <a:latin typeface="Montserrat ExtraBold"/>
                <a:ea typeface="Montserrat ExtraBold"/>
                <a:cs typeface="Montserrat ExtraBold"/>
                <a:sym typeface="Montserrat ExtraBold"/>
              </a:rPr>
              <a:t>P A R T   0 1</a:t>
            </a:r>
            <a:endParaRPr b="0" i="0" sz="900" u="none" cap="none" strike="noStrike">
              <a:solidFill>
                <a:schemeClr val="accent2"/>
              </a:solidFill>
              <a:latin typeface="Montserrat ExtraBold"/>
              <a:ea typeface="Montserrat ExtraBold"/>
              <a:cs typeface="Montserrat ExtraBold"/>
              <a:sym typeface="Montserrat ExtraBold"/>
            </a:endParaRPr>
          </a:p>
        </p:txBody>
      </p:sp>
      <p:cxnSp>
        <p:nvCxnSpPr>
          <p:cNvPr id="196" name="Google Shape;196;p2"/>
          <p:cNvCxnSpPr/>
          <p:nvPr/>
        </p:nvCxnSpPr>
        <p:spPr>
          <a:xfrm>
            <a:off x="4231926" y="1084298"/>
            <a:ext cx="692400" cy="0"/>
          </a:xfrm>
          <a:prstGeom prst="straightConnector1">
            <a:avLst/>
          </a:prstGeom>
          <a:noFill/>
          <a:ln cap="flat" cmpd="sng" w="9525">
            <a:solidFill>
              <a:srgbClr val="57068C"/>
            </a:solidFill>
            <a:prstDash val="solid"/>
            <a:round/>
            <a:headEnd len="sm" w="sm" type="none"/>
            <a:tailEnd len="sm" w="sm" type="none"/>
          </a:ln>
        </p:spPr>
      </p:cxn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g3dbec4d3041_0_18"/>
          <p:cNvSpPr txBox="1"/>
          <p:nvPr>
            <p:ph type="title"/>
          </p:nvPr>
        </p:nvSpPr>
        <p:spPr>
          <a:xfrm>
            <a:off x="326675" y="350030"/>
            <a:ext cx="8424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Abstract</a:t>
            </a:r>
            <a:endParaRPr/>
          </a:p>
        </p:txBody>
      </p:sp>
      <p:sp>
        <p:nvSpPr>
          <p:cNvPr id="202" name="Google Shape;202;g3dbec4d3041_0_18"/>
          <p:cNvSpPr txBox="1"/>
          <p:nvPr/>
        </p:nvSpPr>
        <p:spPr>
          <a:xfrm>
            <a:off x="342275" y="1079100"/>
            <a:ext cx="8393700" cy="2985300"/>
          </a:xfrm>
          <a:prstGeom prst="rect">
            <a:avLst/>
          </a:prstGeom>
          <a:noFill/>
          <a:ln>
            <a:noFill/>
          </a:ln>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SzPts val="1100"/>
              <a:buChar char="●"/>
            </a:pPr>
            <a:r>
              <a:rPr lang="en" sz="1800">
                <a:solidFill>
                  <a:srgbClr val="333333"/>
                </a:solidFill>
                <a:latin typeface="Montserrat"/>
                <a:ea typeface="Montserrat"/>
                <a:cs typeface="Montserrat"/>
                <a:sym typeface="Montserrat"/>
              </a:rPr>
              <a:t>Analyze large-scale U.S. airline delay data to understand how delays behave in real-world operations</a:t>
            </a:r>
            <a:endParaRPr sz="1800">
              <a:solidFill>
                <a:srgbClr val="333333"/>
              </a:solidFill>
              <a:latin typeface="Montserrat"/>
              <a:ea typeface="Montserrat"/>
              <a:cs typeface="Montserrat"/>
              <a:sym typeface="Montserrat"/>
            </a:endParaRPr>
          </a:p>
          <a:p>
            <a:pPr indent="-298450" lvl="0" marL="457200" rtl="0" algn="l">
              <a:lnSpc>
                <a:spcPct val="115000"/>
              </a:lnSpc>
              <a:spcBef>
                <a:spcPts val="0"/>
              </a:spcBef>
              <a:spcAft>
                <a:spcPts val="0"/>
              </a:spcAft>
              <a:buSzPts val="1100"/>
              <a:buChar char="●"/>
            </a:pPr>
            <a:r>
              <a:rPr lang="en" sz="1800">
                <a:solidFill>
                  <a:srgbClr val="333333"/>
                </a:solidFill>
                <a:latin typeface="Montserrat"/>
                <a:ea typeface="Montserrat"/>
                <a:cs typeface="Montserrat"/>
                <a:sym typeface="Montserrat"/>
              </a:rPr>
              <a:t>Examine how multiple factors (airline, airport, time, and operational conditions) influence delay patterns</a:t>
            </a:r>
            <a:endParaRPr sz="1800">
              <a:solidFill>
                <a:srgbClr val="333333"/>
              </a:solidFill>
              <a:latin typeface="Montserrat"/>
              <a:ea typeface="Montserrat"/>
              <a:cs typeface="Montserrat"/>
              <a:sym typeface="Montserrat"/>
            </a:endParaRPr>
          </a:p>
          <a:p>
            <a:pPr indent="-298450" lvl="0" marL="457200" rtl="0" algn="l">
              <a:lnSpc>
                <a:spcPct val="115000"/>
              </a:lnSpc>
              <a:spcBef>
                <a:spcPts val="0"/>
              </a:spcBef>
              <a:spcAft>
                <a:spcPts val="0"/>
              </a:spcAft>
              <a:buSzPts val="1100"/>
              <a:buChar char="●"/>
            </a:pPr>
            <a:r>
              <a:rPr lang="en" sz="1800">
                <a:solidFill>
                  <a:srgbClr val="333333"/>
                </a:solidFill>
                <a:latin typeface="Montserrat"/>
                <a:ea typeface="Montserrat"/>
                <a:cs typeface="Montserrat"/>
                <a:sym typeface="Montserrat"/>
              </a:rPr>
              <a:t>Discover key trends such as delay accumulation, congestion effects, and variation across airlines</a:t>
            </a:r>
            <a:endParaRPr sz="1800">
              <a:solidFill>
                <a:srgbClr val="333333"/>
              </a:solidFill>
              <a:latin typeface="Montserrat"/>
              <a:ea typeface="Montserrat"/>
              <a:cs typeface="Montserrat"/>
              <a:sym typeface="Montserrat"/>
            </a:endParaRPr>
          </a:p>
          <a:p>
            <a:pPr indent="-298450" lvl="0" marL="457200" rtl="0" algn="l">
              <a:lnSpc>
                <a:spcPct val="115000"/>
              </a:lnSpc>
              <a:spcBef>
                <a:spcPts val="0"/>
              </a:spcBef>
              <a:spcAft>
                <a:spcPts val="0"/>
              </a:spcAft>
              <a:buSzPts val="1100"/>
              <a:buChar char="●"/>
            </a:pPr>
            <a:r>
              <a:rPr lang="en" sz="1800">
                <a:solidFill>
                  <a:srgbClr val="333333"/>
                </a:solidFill>
                <a:latin typeface="Montserrat"/>
                <a:ea typeface="Montserrat"/>
                <a:cs typeface="Montserrat"/>
                <a:sym typeface="Montserrat"/>
              </a:rPr>
              <a:t>Provide data-driven insights to better explain delay dynamics</a:t>
            </a:r>
            <a:endParaRPr sz="1800">
              <a:solidFill>
                <a:srgbClr val="333333"/>
              </a:solidFill>
              <a:latin typeface="Montserrat"/>
              <a:ea typeface="Montserrat"/>
              <a:cs typeface="Montserrat"/>
              <a:sym typeface="Montserrat"/>
            </a:endParaRPr>
          </a:p>
          <a:p>
            <a:pPr indent="-298450" lvl="0" marL="457200" rtl="0" algn="l">
              <a:lnSpc>
                <a:spcPct val="115000"/>
              </a:lnSpc>
              <a:spcBef>
                <a:spcPts val="0"/>
              </a:spcBef>
              <a:spcAft>
                <a:spcPts val="0"/>
              </a:spcAft>
              <a:buSzPts val="1100"/>
              <a:buChar char="●"/>
            </a:pPr>
            <a:r>
              <a:rPr lang="en" sz="1800">
                <a:solidFill>
                  <a:srgbClr val="333333"/>
                </a:solidFill>
                <a:latin typeface="Montserrat"/>
                <a:ea typeface="Montserrat"/>
                <a:cs typeface="Montserrat"/>
                <a:sym typeface="Montserrat"/>
              </a:rPr>
              <a:t>Support future prediction models by building a strong analytical foundation</a:t>
            </a:r>
            <a:endParaRPr sz="1800">
              <a:solidFill>
                <a:srgbClr val="333333"/>
              </a:solidFill>
              <a:latin typeface="Montserrat"/>
              <a:ea typeface="Montserrat"/>
              <a:cs typeface="Montserrat"/>
              <a:sym typeface="Montserrat"/>
            </a:endParaRPr>
          </a:p>
          <a:p>
            <a:pPr indent="0" lvl="0" marL="0" rtl="0" algn="l">
              <a:spcBef>
                <a:spcPts val="1200"/>
              </a:spcBef>
              <a:spcAft>
                <a:spcPts val="0"/>
              </a:spcAft>
              <a:buNone/>
            </a:pPr>
            <a:r>
              <a:t/>
            </a:r>
            <a:endParaRPr sz="1800">
              <a:solidFill>
                <a:srgbClr val="333333"/>
              </a:solidFill>
              <a:latin typeface="Montserrat"/>
              <a:ea typeface="Montserrat"/>
              <a:cs typeface="Montserrat"/>
              <a:sym typeface="Montserrat"/>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4"/>
          <p:cNvSpPr txBox="1"/>
          <p:nvPr>
            <p:ph type="title"/>
          </p:nvPr>
        </p:nvSpPr>
        <p:spPr>
          <a:xfrm>
            <a:off x="1506000" y="1385509"/>
            <a:ext cx="6131700" cy="1638600"/>
          </a:xfrm>
          <a:prstGeom prst="rect">
            <a:avLst/>
          </a:prstGeom>
          <a:noFill/>
          <a:ln>
            <a:noFill/>
          </a:ln>
        </p:spPr>
        <p:txBody>
          <a:bodyPr anchorCtr="0" anchor="b" bIns="91425" lIns="91425" spcFirstLastPara="1" rIns="91425" wrap="square" tIns="91425">
            <a:noAutofit/>
          </a:bodyPr>
          <a:lstStyle/>
          <a:p>
            <a:pPr indent="0" lvl="0" marL="0" rtl="0" algn="ctr">
              <a:lnSpc>
                <a:spcPct val="80000"/>
              </a:lnSpc>
              <a:spcBef>
                <a:spcPts val="0"/>
              </a:spcBef>
              <a:spcAft>
                <a:spcPts val="0"/>
              </a:spcAft>
              <a:buSzPts val="3600"/>
              <a:buNone/>
            </a:pPr>
            <a:r>
              <a:rPr lang="en">
                <a:solidFill>
                  <a:schemeClr val="accent2"/>
                </a:solidFill>
              </a:rPr>
              <a:t>Objective</a:t>
            </a:r>
            <a:endParaRPr>
              <a:solidFill>
                <a:schemeClr val="accent2"/>
              </a:solidFill>
            </a:endParaRPr>
          </a:p>
        </p:txBody>
      </p:sp>
      <p:sp>
        <p:nvSpPr>
          <p:cNvPr id="208" name="Google Shape;208;p4"/>
          <p:cNvSpPr txBox="1"/>
          <p:nvPr/>
        </p:nvSpPr>
        <p:spPr>
          <a:xfrm>
            <a:off x="3793600" y="817178"/>
            <a:ext cx="1556700" cy="298200"/>
          </a:xfrm>
          <a:prstGeom prst="rect">
            <a:avLst/>
          </a:prstGeom>
          <a:noFill/>
          <a:ln>
            <a:noFill/>
          </a:ln>
        </p:spPr>
        <p:txBody>
          <a:bodyPr anchorCtr="0" anchor="t" bIns="91425" lIns="91425" spcFirstLastPara="1" rIns="91425" wrap="square" tIns="91425">
            <a:noAutofit/>
          </a:bodyPr>
          <a:lstStyle/>
          <a:p>
            <a:pPr indent="0" lvl="0" marL="0" marR="0" rtl="0" algn="ctr">
              <a:lnSpc>
                <a:spcPct val="80000"/>
              </a:lnSpc>
              <a:spcBef>
                <a:spcPts val="0"/>
              </a:spcBef>
              <a:spcAft>
                <a:spcPts val="0"/>
              </a:spcAft>
              <a:buClr>
                <a:srgbClr val="000000"/>
              </a:buClr>
              <a:buSzPts val="900"/>
              <a:buFont typeface="Arial"/>
              <a:buNone/>
            </a:pPr>
            <a:r>
              <a:rPr b="0" i="0" lang="en" sz="900" u="none" cap="none" strike="noStrike">
                <a:solidFill>
                  <a:schemeClr val="accent2"/>
                </a:solidFill>
                <a:latin typeface="Montserrat ExtraBold"/>
                <a:ea typeface="Montserrat ExtraBold"/>
                <a:cs typeface="Montserrat ExtraBold"/>
                <a:sym typeface="Montserrat ExtraBold"/>
              </a:rPr>
              <a:t>P A R T   0 2</a:t>
            </a:r>
            <a:endParaRPr b="0" i="0" sz="900" u="none" cap="none" strike="noStrike">
              <a:solidFill>
                <a:schemeClr val="accent2"/>
              </a:solidFill>
              <a:latin typeface="Montserrat ExtraBold"/>
              <a:ea typeface="Montserrat ExtraBold"/>
              <a:cs typeface="Montserrat ExtraBold"/>
              <a:sym typeface="Montserrat ExtraBold"/>
            </a:endParaRPr>
          </a:p>
        </p:txBody>
      </p:sp>
      <p:cxnSp>
        <p:nvCxnSpPr>
          <p:cNvPr id="209" name="Google Shape;209;p4"/>
          <p:cNvCxnSpPr/>
          <p:nvPr/>
        </p:nvCxnSpPr>
        <p:spPr>
          <a:xfrm>
            <a:off x="4231926" y="1084298"/>
            <a:ext cx="692400" cy="0"/>
          </a:xfrm>
          <a:prstGeom prst="straightConnector1">
            <a:avLst/>
          </a:prstGeom>
          <a:noFill/>
          <a:ln cap="flat" cmpd="sng" w="9525">
            <a:solidFill>
              <a:srgbClr val="57068C"/>
            </a:solidFill>
            <a:prstDash val="solid"/>
            <a:round/>
            <a:headEnd len="sm" w="sm" type="none"/>
            <a:tailEnd len="sm" w="sm" type="none"/>
          </a:ln>
        </p:spPr>
      </p:cxn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5"/>
          <p:cNvSpPr txBox="1"/>
          <p:nvPr>
            <p:ph type="title"/>
          </p:nvPr>
        </p:nvSpPr>
        <p:spPr>
          <a:xfrm>
            <a:off x="311700" y="587973"/>
            <a:ext cx="4299300" cy="600600"/>
          </a:xfrm>
          <a:prstGeom prst="rect">
            <a:avLst/>
          </a:prstGeom>
          <a:noFill/>
          <a:ln>
            <a:noFill/>
          </a:ln>
        </p:spPr>
        <p:txBody>
          <a:bodyPr anchorCtr="0" anchor="t" bIns="91425" lIns="91425" spcFirstLastPara="1" rIns="91425" wrap="square" tIns="91425">
            <a:noAutofit/>
          </a:bodyPr>
          <a:lstStyle/>
          <a:p>
            <a:pPr indent="0" lvl="0" marL="0" rtl="0" algn="l">
              <a:lnSpc>
                <a:spcPct val="80000"/>
              </a:lnSpc>
              <a:spcBef>
                <a:spcPts val="0"/>
              </a:spcBef>
              <a:spcAft>
                <a:spcPts val="0"/>
              </a:spcAft>
              <a:buClr>
                <a:srgbClr val="57068C"/>
              </a:buClr>
              <a:buSzPts val="4800"/>
              <a:buNone/>
            </a:pPr>
            <a:r>
              <a:rPr lang="en" sz="3600">
                <a:solidFill>
                  <a:schemeClr val="accent2"/>
                </a:solidFill>
              </a:rPr>
              <a:t>Objective</a:t>
            </a:r>
            <a:endParaRPr sz="3600"/>
          </a:p>
        </p:txBody>
      </p:sp>
      <p:sp>
        <p:nvSpPr>
          <p:cNvPr id="215" name="Google Shape;215;p5"/>
          <p:cNvSpPr txBox="1"/>
          <p:nvPr>
            <p:ph idx="1" type="body"/>
          </p:nvPr>
        </p:nvSpPr>
        <p:spPr>
          <a:xfrm>
            <a:off x="205275" y="1810025"/>
            <a:ext cx="2987100" cy="2088000"/>
          </a:xfrm>
          <a:prstGeom prst="rect">
            <a:avLst/>
          </a:prstGeom>
        </p:spPr>
        <p:txBody>
          <a:bodyPr anchorCtr="0" anchor="t" bIns="91425" lIns="91425" spcFirstLastPara="1" rIns="91425" wrap="square" tIns="91425">
            <a:noAutofit/>
          </a:bodyPr>
          <a:lstStyle/>
          <a:p>
            <a:pPr indent="-292100" lvl="0" marL="457200" rtl="0" algn="l">
              <a:spcBef>
                <a:spcPts val="0"/>
              </a:spcBef>
              <a:spcAft>
                <a:spcPts val="0"/>
              </a:spcAft>
              <a:buClr>
                <a:schemeClr val="dk1"/>
              </a:buClr>
              <a:buSzPts val="1000"/>
              <a:buChar char="●"/>
            </a:pPr>
            <a:r>
              <a:rPr lang="en" sz="1000">
                <a:solidFill>
                  <a:schemeClr val="dk1"/>
                </a:solidFill>
              </a:rPr>
              <a:t>Evaluate average delay time across different airlines</a:t>
            </a:r>
            <a:endParaRPr sz="1000">
              <a:solidFill>
                <a:schemeClr val="dk1"/>
              </a:solidFill>
            </a:endParaRPr>
          </a:p>
          <a:p>
            <a:pPr indent="-292100" lvl="0" marL="457200" rtl="0" algn="l">
              <a:spcBef>
                <a:spcPts val="0"/>
              </a:spcBef>
              <a:spcAft>
                <a:spcPts val="0"/>
              </a:spcAft>
              <a:buClr>
                <a:schemeClr val="dk1"/>
              </a:buClr>
              <a:buSzPts val="1000"/>
              <a:buChar char="●"/>
            </a:pPr>
            <a:r>
              <a:rPr lang="en" sz="1000">
                <a:solidFill>
                  <a:schemeClr val="dk1"/>
                </a:solidFill>
              </a:rPr>
              <a:t>Identify airlines with the highest delay levels (Top 10)</a:t>
            </a:r>
            <a:endParaRPr sz="1000">
              <a:solidFill>
                <a:schemeClr val="dk1"/>
              </a:solidFill>
            </a:endParaRPr>
          </a:p>
          <a:p>
            <a:pPr indent="-292100" lvl="0" marL="457200" rtl="0" algn="l">
              <a:spcBef>
                <a:spcPts val="0"/>
              </a:spcBef>
              <a:spcAft>
                <a:spcPts val="0"/>
              </a:spcAft>
              <a:buClr>
                <a:schemeClr val="dk1"/>
              </a:buClr>
              <a:buSzPts val="1000"/>
              <a:buChar char="●"/>
            </a:pPr>
            <a:r>
              <a:rPr lang="en" sz="1000">
                <a:solidFill>
                  <a:schemeClr val="dk1"/>
                </a:solidFill>
              </a:rPr>
              <a:t>Analyze airport performance based on delay frequency and traffic volume</a:t>
            </a:r>
            <a:endParaRPr sz="1000">
              <a:solidFill>
                <a:schemeClr val="dk1"/>
              </a:solidFill>
            </a:endParaRPr>
          </a:p>
          <a:p>
            <a:pPr indent="-292100" lvl="0" marL="457200" rtl="0" algn="l">
              <a:spcBef>
                <a:spcPts val="0"/>
              </a:spcBef>
              <a:spcAft>
                <a:spcPts val="0"/>
              </a:spcAft>
              <a:buClr>
                <a:schemeClr val="dk1"/>
              </a:buClr>
              <a:buSzPts val="1000"/>
              <a:buChar char="●"/>
            </a:pPr>
            <a:r>
              <a:rPr lang="en" sz="1000">
                <a:solidFill>
                  <a:schemeClr val="dk1"/>
                </a:solidFill>
              </a:rPr>
              <a:t>Understand how airport congestion contributes to delays</a:t>
            </a:r>
            <a:endParaRPr sz="1000">
              <a:solidFill>
                <a:schemeClr val="dk1"/>
              </a:solidFill>
            </a:endParaRPr>
          </a:p>
        </p:txBody>
      </p:sp>
      <p:sp>
        <p:nvSpPr>
          <p:cNvPr id="216" name="Google Shape;216;p5"/>
          <p:cNvSpPr txBox="1"/>
          <p:nvPr>
            <p:ph idx="3" type="subTitle"/>
          </p:nvPr>
        </p:nvSpPr>
        <p:spPr>
          <a:xfrm>
            <a:off x="130675" y="1398425"/>
            <a:ext cx="3082500" cy="411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000"/>
              <a:t>1. Analyze Airline and Airport Performance</a:t>
            </a:r>
            <a:endParaRPr sz="1000"/>
          </a:p>
        </p:txBody>
      </p:sp>
      <p:sp>
        <p:nvSpPr>
          <p:cNvPr id="217" name="Google Shape;217;p5"/>
          <p:cNvSpPr txBox="1"/>
          <p:nvPr>
            <p:ph idx="3" type="subTitle"/>
          </p:nvPr>
        </p:nvSpPr>
        <p:spPr>
          <a:xfrm>
            <a:off x="3287775" y="1360375"/>
            <a:ext cx="2987100" cy="411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000"/>
              <a:t>2. Understand Delay Patterns and Causes</a:t>
            </a:r>
            <a:endParaRPr sz="1000"/>
          </a:p>
        </p:txBody>
      </p:sp>
      <p:sp>
        <p:nvSpPr>
          <p:cNvPr id="218" name="Google Shape;218;p5"/>
          <p:cNvSpPr txBox="1"/>
          <p:nvPr>
            <p:ph idx="3" type="subTitle"/>
          </p:nvPr>
        </p:nvSpPr>
        <p:spPr>
          <a:xfrm>
            <a:off x="6349475" y="1313675"/>
            <a:ext cx="2540100" cy="411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000"/>
              <a:t>3. Explore Factors Influencing Flight Delays</a:t>
            </a:r>
            <a:endParaRPr sz="1000"/>
          </a:p>
        </p:txBody>
      </p:sp>
      <p:sp>
        <p:nvSpPr>
          <p:cNvPr id="219" name="Google Shape;219;p5"/>
          <p:cNvSpPr txBox="1"/>
          <p:nvPr>
            <p:ph idx="1" type="body"/>
          </p:nvPr>
        </p:nvSpPr>
        <p:spPr>
          <a:xfrm>
            <a:off x="3401700" y="1810025"/>
            <a:ext cx="2794500" cy="1869300"/>
          </a:xfrm>
          <a:prstGeom prst="rect">
            <a:avLst/>
          </a:prstGeom>
        </p:spPr>
        <p:txBody>
          <a:bodyPr anchorCtr="0" anchor="t" bIns="91425" lIns="91425" spcFirstLastPara="1" rIns="91425" wrap="square" tIns="91425">
            <a:noAutofit/>
          </a:bodyPr>
          <a:lstStyle/>
          <a:p>
            <a:pPr indent="-292100" lvl="0" marL="457200" rtl="0" algn="l">
              <a:spcBef>
                <a:spcPts val="0"/>
              </a:spcBef>
              <a:spcAft>
                <a:spcPts val="0"/>
              </a:spcAft>
              <a:buClr>
                <a:schemeClr val="dk1"/>
              </a:buClr>
              <a:buSzPts val="1000"/>
              <a:buChar char="●"/>
            </a:pPr>
            <a:r>
              <a:rPr lang="en" sz="1000">
                <a:solidFill>
                  <a:schemeClr val="dk1"/>
                </a:solidFill>
              </a:rPr>
              <a:t>Analyze major delay causes (carrier, weather, NAS, etc.)</a:t>
            </a:r>
            <a:endParaRPr sz="1000">
              <a:solidFill>
                <a:schemeClr val="dk1"/>
              </a:solidFill>
            </a:endParaRPr>
          </a:p>
          <a:p>
            <a:pPr indent="-292100" lvl="0" marL="457200" rtl="0" algn="l">
              <a:spcBef>
                <a:spcPts val="0"/>
              </a:spcBef>
              <a:spcAft>
                <a:spcPts val="0"/>
              </a:spcAft>
              <a:buClr>
                <a:schemeClr val="dk1"/>
              </a:buClr>
              <a:buSzPts val="1000"/>
              <a:buChar char="●"/>
            </a:pPr>
            <a:r>
              <a:rPr lang="en" sz="1000">
                <a:solidFill>
                  <a:schemeClr val="dk1"/>
                </a:solidFill>
              </a:rPr>
              <a:t>Study how delays vary over time (day of week, month)</a:t>
            </a:r>
            <a:endParaRPr sz="1000">
              <a:solidFill>
                <a:schemeClr val="dk1"/>
              </a:solidFill>
            </a:endParaRPr>
          </a:p>
          <a:p>
            <a:pPr indent="-292100" lvl="0" marL="457200" rtl="0" algn="l">
              <a:spcBef>
                <a:spcPts val="0"/>
              </a:spcBef>
              <a:spcAft>
                <a:spcPts val="0"/>
              </a:spcAft>
              <a:buClr>
                <a:schemeClr val="dk1"/>
              </a:buClr>
              <a:buSzPts val="1000"/>
              <a:buChar char="●"/>
            </a:pPr>
            <a:r>
              <a:rPr lang="en" sz="1000">
                <a:solidFill>
                  <a:schemeClr val="dk1"/>
                </a:solidFill>
              </a:rPr>
              <a:t>Examine delay patterns across different periods of the day</a:t>
            </a:r>
            <a:endParaRPr sz="1000">
              <a:solidFill>
                <a:schemeClr val="dk1"/>
              </a:solidFill>
            </a:endParaRPr>
          </a:p>
          <a:p>
            <a:pPr indent="-292100" lvl="0" marL="457200" rtl="0" algn="l">
              <a:spcBef>
                <a:spcPts val="0"/>
              </a:spcBef>
              <a:spcAft>
                <a:spcPts val="0"/>
              </a:spcAft>
              <a:buClr>
                <a:schemeClr val="dk1"/>
              </a:buClr>
              <a:buSzPts val="1000"/>
              <a:buChar char="●"/>
            </a:pPr>
            <a:r>
              <a:rPr lang="en" sz="1000">
                <a:solidFill>
                  <a:schemeClr val="dk1"/>
                </a:solidFill>
              </a:rPr>
              <a:t>Identify whether delays accumulate throughout the day</a:t>
            </a:r>
            <a:endParaRPr sz="1000">
              <a:solidFill>
                <a:schemeClr val="dk1"/>
              </a:solidFill>
            </a:endParaRPr>
          </a:p>
        </p:txBody>
      </p:sp>
      <p:sp>
        <p:nvSpPr>
          <p:cNvPr id="220" name="Google Shape;220;p5"/>
          <p:cNvSpPr txBox="1"/>
          <p:nvPr>
            <p:ph idx="1" type="body"/>
          </p:nvPr>
        </p:nvSpPr>
        <p:spPr>
          <a:xfrm>
            <a:off x="6222275" y="1962400"/>
            <a:ext cx="2794500" cy="2031000"/>
          </a:xfrm>
          <a:prstGeom prst="rect">
            <a:avLst/>
          </a:prstGeom>
        </p:spPr>
        <p:txBody>
          <a:bodyPr anchorCtr="0" anchor="t" bIns="91425" lIns="91425" spcFirstLastPara="1" rIns="91425" wrap="square" tIns="91425">
            <a:noAutofit/>
          </a:bodyPr>
          <a:lstStyle/>
          <a:p>
            <a:pPr indent="-292100" lvl="0" marL="457200" rtl="0" algn="l">
              <a:spcBef>
                <a:spcPts val="0"/>
              </a:spcBef>
              <a:spcAft>
                <a:spcPts val="0"/>
              </a:spcAft>
              <a:buClr>
                <a:schemeClr val="dk1"/>
              </a:buClr>
              <a:buSzPts val="1000"/>
              <a:buChar char="●"/>
            </a:pPr>
            <a:r>
              <a:rPr lang="en" sz="1000">
                <a:solidFill>
                  <a:schemeClr val="dk1"/>
                </a:solidFill>
              </a:rPr>
              <a:t>Investigate the relationship between flight distance and delays</a:t>
            </a:r>
            <a:endParaRPr sz="1000">
              <a:solidFill>
                <a:schemeClr val="dk1"/>
              </a:solidFill>
            </a:endParaRPr>
          </a:p>
          <a:p>
            <a:pPr indent="-292100" lvl="0" marL="457200" rtl="0" algn="l">
              <a:spcBef>
                <a:spcPts val="0"/>
              </a:spcBef>
              <a:spcAft>
                <a:spcPts val="0"/>
              </a:spcAft>
              <a:buClr>
                <a:schemeClr val="dk1"/>
              </a:buClr>
              <a:buSzPts val="1000"/>
              <a:buChar char="●"/>
            </a:pPr>
            <a:r>
              <a:rPr lang="en" sz="1000">
                <a:solidFill>
                  <a:schemeClr val="dk1"/>
                </a:solidFill>
              </a:rPr>
              <a:t>Analyze how multiple factors (airline, airport, time) interact</a:t>
            </a:r>
            <a:endParaRPr sz="1000">
              <a:solidFill>
                <a:schemeClr val="dk1"/>
              </a:solidFill>
            </a:endParaRPr>
          </a:p>
          <a:p>
            <a:pPr indent="-292100" lvl="0" marL="457200" rtl="0" algn="l">
              <a:spcBef>
                <a:spcPts val="0"/>
              </a:spcBef>
              <a:spcAft>
                <a:spcPts val="0"/>
              </a:spcAft>
              <a:buClr>
                <a:schemeClr val="dk1"/>
              </a:buClr>
              <a:buSzPts val="1000"/>
              <a:buChar char="●"/>
            </a:pPr>
            <a:r>
              <a:rPr lang="en" sz="1000">
                <a:solidFill>
                  <a:schemeClr val="dk1"/>
                </a:solidFill>
              </a:rPr>
              <a:t>Discover key patterns from flight data</a:t>
            </a:r>
            <a:endParaRPr sz="1000">
              <a:solidFill>
                <a:schemeClr val="dk1"/>
              </a:solidFill>
            </a:endParaRPr>
          </a:p>
          <a:p>
            <a:pPr indent="-292100" lvl="0" marL="457200" rtl="0" algn="l">
              <a:spcBef>
                <a:spcPts val="0"/>
              </a:spcBef>
              <a:spcAft>
                <a:spcPts val="0"/>
              </a:spcAft>
              <a:buClr>
                <a:schemeClr val="dk1"/>
              </a:buClr>
              <a:buSzPts val="1000"/>
              <a:buChar char="●"/>
            </a:pPr>
            <a:r>
              <a:rPr lang="en" sz="1000">
                <a:solidFill>
                  <a:schemeClr val="dk1"/>
                </a:solidFill>
              </a:rPr>
              <a:t>Generate insights to support future delay prediction</a:t>
            </a:r>
            <a:endParaRPr sz="1000">
              <a:solidFill>
                <a:schemeClr val="dk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6"/>
          <p:cNvSpPr txBox="1"/>
          <p:nvPr>
            <p:ph type="title"/>
          </p:nvPr>
        </p:nvSpPr>
        <p:spPr>
          <a:xfrm>
            <a:off x="1506000" y="1385509"/>
            <a:ext cx="6131700" cy="1638600"/>
          </a:xfrm>
          <a:prstGeom prst="rect">
            <a:avLst/>
          </a:prstGeom>
          <a:noFill/>
          <a:ln>
            <a:noFill/>
          </a:ln>
        </p:spPr>
        <p:txBody>
          <a:bodyPr anchorCtr="0" anchor="b" bIns="91425" lIns="91425" spcFirstLastPara="1" rIns="91425" wrap="square" tIns="91425">
            <a:noAutofit/>
          </a:bodyPr>
          <a:lstStyle/>
          <a:p>
            <a:pPr indent="0" lvl="0" marL="0" rtl="0" algn="ctr">
              <a:lnSpc>
                <a:spcPct val="80000"/>
              </a:lnSpc>
              <a:spcBef>
                <a:spcPts val="0"/>
              </a:spcBef>
              <a:spcAft>
                <a:spcPts val="0"/>
              </a:spcAft>
              <a:buSzPts val="3600"/>
              <a:buNone/>
            </a:pPr>
            <a:r>
              <a:rPr lang="en">
                <a:solidFill>
                  <a:schemeClr val="accent2"/>
                </a:solidFill>
              </a:rPr>
              <a:t>Data source/ Tech Stack</a:t>
            </a:r>
            <a:endParaRPr>
              <a:solidFill>
                <a:schemeClr val="accent2"/>
              </a:solidFill>
            </a:endParaRPr>
          </a:p>
        </p:txBody>
      </p:sp>
      <p:sp>
        <p:nvSpPr>
          <p:cNvPr id="226" name="Google Shape;226;p6"/>
          <p:cNvSpPr txBox="1"/>
          <p:nvPr>
            <p:ph idx="1" type="subTitle"/>
          </p:nvPr>
        </p:nvSpPr>
        <p:spPr>
          <a:xfrm>
            <a:off x="2462575" y="2959018"/>
            <a:ext cx="4218600" cy="7341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1600"/>
              </a:spcAft>
              <a:buSzPts val="1800"/>
              <a:buNone/>
            </a:pPr>
            <a:r>
              <a:t/>
            </a:r>
            <a:endParaRPr>
              <a:solidFill>
                <a:schemeClr val="accent2"/>
              </a:solidFill>
            </a:endParaRPr>
          </a:p>
        </p:txBody>
      </p:sp>
      <p:sp>
        <p:nvSpPr>
          <p:cNvPr id="227" name="Google Shape;227;p6"/>
          <p:cNvSpPr txBox="1"/>
          <p:nvPr/>
        </p:nvSpPr>
        <p:spPr>
          <a:xfrm>
            <a:off x="3793600" y="817178"/>
            <a:ext cx="1556700" cy="298200"/>
          </a:xfrm>
          <a:prstGeom prst="rect">
            <a:avLst/>
          </a:prstGeom>
          <a:noFill/>
          <a:ln>
            <a:noFill/>
          </a:ln>
        </p:spPr>
        <p:txBody>
          <a:bodyPr anchorCtr="0" anchor="t" bIns="91425" lIns="91425" spcFirstLastPara="1" rIns="91425" wrap="square" tIns="91425">
            <a:noAutofit/>
          </a:bodyPr>
          <a:lstStyle/>
          <a:p>
            <a:pPr indent="0" lvl="0" marL="0" marR="0" rtl="0" algn="ctr">
              <a:lnSpc>
                <a:spcPct val="80000"/>
              </a:lnSpc>
              <a:spcBef>
                <a:spcPts val="0"/>
              </a:spcBef>
              <a:spcAft>
                <a:spcPts val="0"/>
              </a:spcAft>
              <a:buClr>
                <a:srgbClr val="000000"/>
              </a:buClr>
              <a:buSzPts val="900"/>
              <a:buFont typeface="Arial"/>
              <a:buNone/>
            </a:pPr>
            <a:r>
              <a:rPr b="0" i="0" lang="en" sz="900" u="none" cap="none" strike="noStrike">
                <a:solidFill>
                  <a:schemeClr val="accent2"/>
                </a:solidFill>
                <a:latin typeface="Montserrat ExtraBold"/>
                <a:ea typeface="Montserrat ExtraBold"/>
                <a:cs typeface="Montserrat ExtraBold"/>
                <a:sym typeface="Montserrat ExtraBold"/>
              </a:rPr>
              <a:t>P A R T   0 3</a:t>
            </a:r>
            <a:endParaRPr b="0" i="0" sz="900" u="none" cap="none" strike="noStrike">
              <a:solidFill>
                <a:schemeClr val="accent2"/>
              </a:solidFill>
              <a:latin typeface="Montserrat ExtraBold"/>
              <a:ea typeface="Montserrat ExtraBold"/>
              <a:cs typeface="Montserrat ExtraBold"/>
              <a:sym typeface="Montserrat ExtraBold"/>
            </a:endParaRPr>
          </a:p>
        </p:txBody>
      </p:sp>
      <p:cxnSp>
        <p:nvCxnSpPr>
          <p:cNvPr id="228" name="Google Shape;228;p6"/>
          <p:cNvCxnSpPr/>
          <p:nvPr/>
        </p:nvCxnSpPr>
        <p:spPr>
          <a:xfrm>
            <a:off x="4231926" y="1084298"/>
            <a:ext cx="692400" cy="0"/>
          </a:xfrm>
          <a:prstGeom prst="straightConnector1">
            <a:avLst/>
          </a:prstGeom>
          <a:noFill/>
          <a:ln cap="flat" cmpd="sng" w="9525">
            <a:solidFill>
              <a:srgbClr val="57068C"/>
            </a:solidFill>
            <a:prstDash val="solid"/>
            <a:round/>
            <a:headEnd len="sm" w="sm" type="none"/>
            <a:tailEnd len="sm" w="sm" type="none"/>
          </a:ln>
        </p:spPr>
      </p:cxn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7"/>
          <p:cNvSpPr txBox="1"/>
          <p:nvPr>
            <p:ph idx="1" type="body"/>
          </p:nvPr>
        </p:nvSpPr>
        <p:spPr>
          <a:xfrm>
            <a:off x="1283525" y="873450"/>
            <a:ext cx="7529700" cy="4132800"/>
          </a:xfrm>
          <a:prstGeom prst="rect">
            <a:avLst/>
          </a:prstGeom>
          <a:noFill/>
          <a:ln>
            <a:noFill/>
          </a:ln>
        </p:spPr>
        <p:txBody>
          <a:bodyPr anchorCtr="0" anchor="t" bIns="91425" lIns="91425" spcFirstLastPara="1" rIns="91425" wrap="square" tIns="91425">
            <a:noAutofit/>
          </a:bodyPr>
          <a:lstStyle/>
          <a:p>
            <a:pPr indent="0" lvl="0" marL="152400" rtl="0" algn="l">
              <a:lnSpc>
                <a:spcPct val="125000"/>
              </a:lnSpc>
              <a:spcBef>
                <a:spcPts val="0"/>
              </a:spcBef>
              <a:spcAft>
                <a:spcPts val="0"/>
              </a:spcAft>
              <a:buSzPts val="1200"/>
              <a:buNone/>
            </a:pPr>
            <a:r>
              <a:rPr b="1" lang="en" sz="1100"/>
              <a:t>U.S. Bureau of Transportation Statistics</a:t>
            </a:r>
            <a:endParaRPr/>
          </a:p>
          <a:p>
            <a:pPr indent="0" lvl="0" marL="152400" rtl="0" algn="l">
              <a:lnSpc>
                <a:spcPct val="125000"/>
              </a:lnSpc>
              <a:spcBef>
                <a:spcPts val="0"/>
              </a:spcBef>
              <a:spcAft>
                <a:spcPts val="0"/>
              </a:spcAft>
              <a:buSzPts val="1200"/>
              <a:buNone/>
            </a:pPr>
            <a:r>
              <a:rPr b="1" lang="en" sz="1100"/>
              <a:t>How to Download Dataset</a:t>
            </a:r>
            <a:endParaRPr sz="1100"/>
          </a:p>
          <a:p>
            <a:pPr indent="-304800" lvl="0" marL="457200" rtl="0" algn="l">
              <a:lnSpc>
                <a:spcPct val="125000"/>
              </a:lnSpc>
              <a:spcBef>
                <a:spcPts val="0"/>
              </a:spcBef>
              <a:spcAft>
                <a:spcPts val="0"/>
              </a:spcAft>
              <a:buSzPts val="1200"/>
              <a:buChar char="●"/>
            </a:pPr>
            <a:r>
              <a:rPr b="1" lang="en" sz="1100"/>
              <a:t>Click on this link to find the datasets </a:t>
            </a:r>
            <a:r>
              <a:rPr b="1" lang="en" sz="1100" u="sng">
                <a:solidFill>
                  <a:schemeClr val="hlink"/>
                </a:solidFill>
                <a:hlinkClick r:id="rId3"/>
              </a:rPr>
              <a:t>https://www.transtats.bts.gov/Tables.asp?QO_VQ=EFD&amp;QO_anzr=Nv4yv0r%FDb0-gvzr%FDcr4s14zn0pr%FDQn6n&amp;QO_fu146_anzr=b0-gvzr</a:t>
            </a:r>
            <a:endParaRPr b="1" sz="1100"/>
          </a:p>
          <a:p>
            <a:pPr indent="-304800" lvl="0" marL="457200" rtl="0" algn="l">
              <a:lnSpc>
                <a:spcPct val="125000"/>
              </a:lnSpc>
              <a:spcBef>
                <a:spcPts val="0"/>
              </a:spcBef>
              <a:spcAft>
                <a:spcPts val="0"/>
              </a:spcAft>
              <a:buSzPts val="1200"/>
              <a:buChar char="●"/>
            </a:pPr>
            <a:r>
              <a:rPr b="1" lang="en" sz="1100"/>
              <a:t>Click “Download” on the second dataset “Reporting Carrier On-Time Performance (1987-present)”  or use this link </a:t>
            </a:r>
            <a:r>
              <a:rPr b="1" lang="en" sz="1100" u="sng">
                <a:solidFill>
                  <a:schemeClr val="hlink"/>
                </a:solidFill>
                <a:hlinkClick r:id="rId4"/>
              </a:rPr>
              <a:t>https://www.transtats.bts.gov/Fields.asp?gnoyr_VQ=FGJ</a:t>
            </a:r>
            <a:endParaRPr b="1" sz="1100"/>
          </a:p>
          <a:p>
            <a:pPr indent="-304800" lvl="0" marL="457200" rtl="0" algn="l">
              <a:lnSpc>
                <a:spcPct val="125000"/>
              </a:lnSpc>
              <a:spcBef>
                <a:spcPts val="0"/>
              </a:spcBef>
              <a:spcAft>
                <a:spcPts val="0"/>
              </a:spcAft>
              <a:buSzPts val="1200"/>
              <a:buChar char="●"/>
            </a:pPr>
            <a:r>
              <a:rPr b="1" lang="en" sz="1100"/>
              <a:t>Select year and attributes and click on “Download”</a:t>
            </a:r>
            <a:endParaRPr b="1" sz="1100"/>
          </a:p>
          <a:p>
            <a:pPr indent="0" lvl="0" marL="0" rtl="0" algn="l">
              <a:lnSpc>
                <a:spcPct val="115000"/>
              </a:lnSpc>
              <a:spcBef>
                <a:spcPts val="1400"/>
              </a:spcBef>
              <a:spcAft>
                <a:spcPts val="0"/>
              </a:spcAft>
              <a:buNone/>
            </a:pPr>
            <a:r>
              <a:rPr b="1" lang="en" sz="1300">
                <a:solidFill>
                  <a:srgbClr val="000000"/>
                </a:solidFill>
                <a:latin typeface="Arial"/>
                <a:ea typeface="Arial"/>
                <a:cs typeface="Arial"/>
                <a:sym typeface="Arial"/>
              </a:rPr>
              <a:t>Data Selection</a:t>
            </a:r>
            <a:endParaRPr b="1" sz="1300">
              <a:solidFill>
                <a:srgbClr val="000000"/>
              </a:solidFill>
              <a:latin typeface="Arial"/>
              <a:ea typeface="Arial"/>
              <a:cs typeface="Arial"/>
              <a:sym typeface="Arial"/>
            </a:endParaRPr>
          </a:p>
          <a:p>
            <a:pPr indent="-298450" lvl="0" marL="457200" rtl="0" algn="l">
              <a:lnSpc>
                <a:spcPct val="115000"/>
              </a:lnSpc>
              <a:spcBef>
                <a:spcPts val="1200"/>
              </a:spcBef>
              <a:spcAft>
                <a:spcPts val="0"/>
              </a:spcAft>
              <a:buClr>
                <a:srgbClr val="000000"/>
              </a:buClr>
              <a:buSzPts val="1100"/>
              <a:buFont typeface="Arial"/>
              <a:buChar char="●"/>
            </a:pPr>
            <a:r>
              <a:rPr lang="en" sz="1100">
                <a:solidFill>
                  <a:srgbClr val="000000"/>
                </a:solidFill>
                <a:latin typeface="Arial"/>
                <a:ea typeface="Arial"/>
                <a:cs typeface="Arial"/>
                <a:sym typeface="Arial"/>
              </a:rPr>
              <a:t>In this project, we selected data from the year </a:t>
            </a:r>
            <a:r>
              <a:rPr b="1" lang="en" sz="1100">
                <a:solidFill>
                  <a:srgbClr val="000000"/>
                </a:solidFill>
                <a:latin typeface="Arial"/>
                <a:ea typeface="Arial"/>
                <a:cs typeface="Arial"/>
                <a:sym typeface="Arial"/>
              </a:rPr>
              <a:t>2024</a:t>
            </a:r>
            <a:r>
              <a:rPr lang="en" sz="1100">
                <a:solidFill>
                  <a:srgbClr val="000000"/>
                </a:solidFill>
                <a:latin typeface="Arial"/>
                <a:ea typeface="Arial"/>
                <a:cs typeface="Arial"/>
                <a:sym typeface="Arial"/>
              </a:rPr>
              <a:t> for analysis. The original BTS dataset is extremely large, so we restricted our analysis to one year to keep the project manageable. Each monthly file expands to over </a:t>
            </a:r>
            <a:r>
              <a:rPr b="1" lang="en" sz="1100">
                <a:solidFill>
                  <a:srgbClr val="000000"/>
                </a:solidFill>
                <a:latin typeface="Arial"/>
                <a:ea typeface="Arial"/>
                <a:cs typeface="Arial"/>
                <a:sym typeface="Arial"/>
              </a:rPr>
              <a:t>250MB</a:t>
            </a:r>
            <a:r>
              <a:rPr lang="en" sz="1100">
                <a:solidFill>
                  <a:srgbClr val="000000"/>
                </a:solidFill>
                <a:latin typeface="Arial"/>
                <a:ea typeface="Arial"/>
                <a:cs typeface="Arial"/>
                <a:sym typeface="Arial"/>
              </a:rPr>
              <a:t>, resulting in more than </a:t>
            </a:r>
            <a:r>
              <a:rPr b="1" lang="en" sz="1100">
                <a:solidFill>
                  <a:srgbClr val="000000"/>
                </a:solidFill>
                <a:latin typeface="Arial"/>
                <a:ea typeface="Arial"/>
                <a:cs typeface="Arial"/>
                <a:sym typeface="Arial"/>
              </a:rPr>
              <a:t>3GB of data</a:t>
            </a:r>
            <a:r>
              <a:rPr lang="en" sz="1100">
                <a:solidFill>
                  <a:srgbClr val="000000"/>
                </a:solidFill>
                <a:latin typeface="Arial"/>
                <a:ea typeface="Arial"/>
                <a:cs typeface="Arial"/>
                <a:sym typeface="Arial"/>
              </a:rPr>
              <a:t> for the full year. This still provides a sufficiently large dataset for meaningful analysis while keeping computational costs reasonable.</a:t>
            </a:r>
            <a:endParaRPr sz="1100">
              <a:solidFill>
                <a:srgbClr val="000000"/>
              </a:solidFill>
              <a:latin typeface="Arial"/>
              <a:ea typeface="Arial"/>
              <a:cs typeface="Arial"/>
              <a:sym typeface="Arial"/>
            </a:endParaRPr>
          </a:p>
          <a:p>
            <a:pPr indent="0" lvl="0" marL="457200" rtl="0" algn="l">
              <a:lnSpc>
                <a:spcPct val="115000"/>
              </a:lnSpc>
              <a:spcBef>
                <a:spcPts val="1200"/>
              </a:spcBef>
              <a:spcAft>
                <a:spcPts val="0"/>
              </a:spcAft>
              <a:buNone/>
            </a:pPr>
            <a:r>
              <a:rPr lang="en" sz="1100">
                <a:solidFill>
                  <a:srgbClr val="000000"/>
                </a:solidFill>
                <a:latin typeface="Arial"/>
                <a:ea typeface="Arial"/>
                <a:cs typeface="Arial"/>
                <a:sym typeface="Arial"/>
              </a:rPr>
              <a:t>Download link: </a:t>
            </a:r>
            <a:r>
              <a:rPr lang="en" sz="1100" u="sng">
                <a:solidFill>
                  <a:schemeClr val="hlink"/>
                </a:solidFill>
                <a:latin typeface="Arial"/>
                <a:ea typeface="Arial"/>
                <a:cs typeface="Arial"/>
                <a:sym typeface="Arial"/>
                <a:hlinkClick r:id="rId5"/>
              </a:rPr>
              <a:t>https://drive.google.com/file/d/1iXESKbrhonsKsb8BJKz7R4o4HPaEYRPj/view?usp=sharing</a:t>
            </a:r>
            <a:endParaRPr sz="1100">
              <a:solidFill>
                <a:srgbClr val="000000"/>
              </a:solidFill>
              <a:latin typeface="Arial"/>
              <a:ea typeface="Arial"/>
              <a:cs typeface="Arial"/>
              <a:sym typeface="Arial"/>
            </a:endParaRPr>
          </a:p>
          <a:p>
            <a:pPr indent="-298450" lvl="0" marL="457200" rtl="0" algn="l">
              <a:lnSpc>
                <a:spcPct val="115000"/>
              </a:lnSpc>
              <a:spcBef>
                <a:spcPts val="1200"/>
              </a:spcBef>
              <a:spcAft>
                <a:spcPts val="0"/>
              </a:spcAft>
              <a:buClr>
                <a:srgbClr val="000000"/>
              </a:buClr>
              <a:buSzPts val="1100"/>
              <a:buFont typeface="Arial"/>
              <a:buChar char="●"/>
            </a:pPr>
            <a:r>
              <a:rPr lang="en" sz="1100">
                <a:solidFill>
                  <a:srgbClr val="000000"/>
                </a:solidFill>
                <a:latin typeface="Arial"/>
                <a:ea typeface="Arial"/>
                <a:cs typeface="Arial"/>
                <a:sym typeface="Arial"/>
              </a:rPr>
              <a:t>The dataset includes records from </a:t>
            </a:r>
            <a:r>
              <a:rPr b="1" lang="en" sz="1100">
                <a:solidFill>
                  <a:srgbClr val="000000"/>
                </a:solidFill>
                <a:latin typeface="Arial"/>
                <a:ea typeface="Arial"/>
                <a:cs typeface="Arial"/>
                <a:sym typeface="Arial"/>
              </a:rPr>
              <a:t>January to December 2024</a:t>
            </a:r>
            <a:r>
              <a:rPr lang="en" sz="1100">
                <a:solidFill>
                  <a:srgbClr val="000000"/>
                </a:solidFill>
                <a:latin typeface="Arial"/>
                <a:ea typeface="Arial"/>
                <a:cs typeface="Arial"/>
                <a:sym typeface="Arial"/>
              </a:rPr>
              <a:t>, covering a full year of flight operations.</a:t>
            </a:r>
            <a:endParaRPr sz="1100">
              <a:solidFill>
                <a:srgbClr val="000000"/>
              </a:solidFill>
              <a:latin typeface="Arial"/>
              <a:ea typeface="Arial"/>
              <a:cs typeface="Arial"/>
              <a:sym typeface="Arial"/>
            </a:endParaRPr>
          </a:p>
          <a:p>
            <a:pPr indent="-298450" lvl="0" marL="457200" rtl="0" algn="l">
              <a:lnSpc>
                <a:spcPct val="115000"/>
              </a:lnSpc>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This allows us to capture </a:t>
            </a:r>
            <a:r>
              <a:rPr b="1" lang="en" sz="1100">
                <a:solidFill>
                  <a:srgbClr val="000000"/>
                </a:solidFill>
                <a:latin typeface="Arial"/>
                <a:ea typeface="Arial"/>
                <a:cs typeface="Arial"/>
                <a:sym typeface="Arial"/>
              </a:rPr>
              <a:t>seasonal patterns and variations</a:t>
            </a:r>
            <a:r>
              <a:rPr lang="en" sz="1100">
                <a:solidFill>
                  <a:srgbClr val="000000"/>
                </a:solidFill>
                <a:latin typeface="Arial"/>
                <a:ea typeface="Arial"/>
                <a:cs typeface="Arial"/>
                <a:sym typeface="Arial"/>
              </a:rPr>
              <a:t> in flight delays.</a:t>
            </a:r>
            <a:endParaRPr sz="1100">
              <a:solidFill>
                <a:srgbClr val="000000"/>
              </a:solidFill>
              <a:latin typeface="Arial"/>
              <a:ea typeface="Arial"/>
              <a:cs typeface="Arial"/>
              <a:sym typeface="Arial"/>
            </a:endParaRPr>
          </a:p>
          <a:p>
            <a:pPr indent="0" lvl="0" marL="0" rtl="0" algn="l">
              <a:lnSpc>
                <a:spcPct val="125000"/>
              </a:lnSpc>
              <a:spcBef>
                <a:spcPts val="1200"/>
              </a:spcBef>
              <a:spcAft>
                <a:spcPts val="0"/>
              </a:spcAft>
              <a:buNone/>
            </a:pPr>
            <a:r>
              <a:t/>
            </a:r>
            <a:endParaRPr b="1" sz="1100"/>
          </a:p>
          <a:p>
            <a:pPr indent="0" lvl="0" marL="0" rtl="0" algn="l">
              <a:lnSpc>
                <a:spcPct val="125000"/>
              </a:lnSpc>
              <a:spcBef>
                <a:spcPts val="0"/>
              </a:spcBef>
              <a:spcAft>
                <a:spcPts val="0"/>
              </a:spcAft>
              <a:buSzPts val="1200"/>
              <a:buNone/>
            </a:pPr>
            <a:r>
              <a:t/>
            </a:r>
            <a:endParaRPr/>
          </a:p>
          <a:p>
            <a:pPr indent="0" lvl="0" marL="0" rtl="0" algn="l">
              <a:lnSpc>
                <a:spcPct val="125000"/>
              </a:lnSpc>
              <a:spcBef>
                <a:spcPts val="800"/>
              </a:spcBef>
              <a:spcAft>
                <a:spcPts val="0"/>
              </a:spcAft>
              <a:buSzPts val="1200"/>
              <a:buNone/>
            </a:pPr>
            <a:r>
              <a:t/>
            </a:r>
            <a:endParaRPr/>
          </a:p>
          <a:p>
            <a:pPr indent="0" lvl="0" marL="0" rtl="0" algn="l">
              <a:lnSpc>
                <a:spcPct val="125000"/>
              </a:lnSpc>
              <a:spcBef>
                <a:spcPts val="800"/>
              </a:spcBef>
              <a:spcAft>
                <a:spcPts val="0"/>
              </a:spcAft>
              <a:buSzPts val="1200"/>
              <a:buNone/>
            </a:pPr>
            <a:r>
              <a:t/>
            </a:r>
            <a:endParaRPr/>
          </a:p>
          <a:p>
            <a:pPr indent="0" lvl="0" marL="0" rtl="0" algn="l">
              <a:lnSpc>
                <a:spcPct val="125000"/>
              </a:lnSpc>
              <a:spcBef>
                <a:spcPts val="800"/>
              </a:spcBef>
              <a:spcAft>
                <a:spcPts val="0"/>
              </a:spcAft>
              <a:buSzPts val="1200"/>
              <a:buNone/>
            </a:pPr>
            <a:r>
              <a:t/>
            </a:r>
            <a:endParaRPr/>
          </a:p>
          <a:p>
            <a:pPr indent="0" lvl="0" marL="0" rtl="0" algn="l">
              <a:lnSpc>
                <a:spcPct val="125000"/>
              </a:lnSpc>
              <a:spcBef>
                <a:spcPts val="800"/>
              </a:spcBef>
              <a:spcAft>
                <a:spcPts val="0"/>
              </a:spcAft>
              <a:buSzPts val="1200"/>
              <a:buNone/>
            </a:pPr>
            <a:r>
              <a:t/>
            </a:r>
            <a:endParaRPr/>
          </a:p>
          <a:p>
            <a:pPr indent="0" lvl="0" marL="0" rtl="0" algn="l">
              <a:lnSpc>
                <a:spcPct val="125000"/>
              </a:lnSpc>
              <a:spcBef>
                <a:spcPts val="800"/>
              </a:spcBef>
              <a:spcAft>
                <a:spcPts val="0"/>
              </a:spcAft>
              <a:buSzPts val="1200"/>
              <a:buNone/>
            </a:pPr>
            <a:r>
              <a:rPr lang="en"/>
              <a:t> </a:t>
            </a:r>
            <a:endParaRPr/>
          </a:p>
          <a:p>
            <a:pPr indent="0" lvl="0" marL="0" rtl="0" algn="l">
              <a:lnSpc>
                <a:spcPct val="125000"/>
              </a:lnSpc>
              <a:spcBef>
                <a:spcPts val="800"/>
              </a:spcBef>
              <a:spcAft>
                <a:spcPts val="800"/>
              </a:spcAft>
              <a:buSzPts val="1200"/>
              <a:buNone/>
            </a:pPr>
            <a:r>
              <a:t/>
            </a:r>
            <a:endParaRPr/>
          </a:p>
        </p:txBody>
      </p:sp>
      <p:sp>
        <p:nvSpPr>
          <p:cNvPr id="234" name="Google Shape;234;p7"/>
          <p:cNvSpPr txBox="1"/>
          <p:nvPr>
            <p:ph idx="3" type="subTitle"/>
          </p:nvPr>
        </p:nvSpPr>
        <p:spPr>
          <a:xfrm>
            <a:off x="407175" y="461849"/>
            <a:ext cx="3999900" cy="411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SzPts val="1800"/>
              <a:buNone/>
            </a:pPr>
            <a:r>
              <a:rPr lang="en"/>
              <a:t>Data Sources</a:t>
            </a:r>
            <a:endParaRPr/>
          </a:p>
        </p:txBody>
      </p:sp>
      <p:sp>
        <p:nvSpPr>
          <p:cNvPr id="235" name="Google Shape;235;p7"/>
          <p:cNvSpPr txBox="1"/>
          <p:nvPr/>
        </p:nvSpPr>
        <p:spPr>
          <a:xfrm>
            <a:off x="338977" y="253941"/>
            <a:ext cx="2436000" cy="307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rgbClr val="9A6ABA"/>
                </a:solidFill>
                <a:latin typeface="Montserrat"/>
                <a:ea typeface="Montserrat"/>
                <a:cs typeface="Montserrat"/>
                <a:sym typeface="Montserrat"/>
              </a:rPr>
              <a:t>P A R T   0 2</a:t>
            </a:r>
            <a:endParaRPr b="1" i="0" sz="700" u="none" cap="none" strike="noStrike">
              <a:solidFill>
                <a:srgbClr val="9A6ABA"/>
              </a:solidFill>
              <a:latin typeface="Montserrat"/>
              <a:ea typeface="Montserrat"/>
              <a:cs typeface="Montserrat"/>
              <a:sym typeface="Montserrat"/>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g3dbc8acfd59_4_0"/>
          <p:cNvSpPr txBox="1"/>
          <p:nvPr>
            <p:ph type="title"/>
          </p:nvPr>
        </p:nvSpPr>
        <p:spPr>
          <a:xfrm>
            <a:off x="311700" y="587970"/>
            <a:ext cx="4945500" cy="1137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rgbClr val="000000"/>
              </a:buClr>
              <a:buSzPts val="3600"/>
              <a:buFont typeface="Arial"/>
              <a:buNone/>
            </a:pPr>
            <a:r>
              <a:rPr lang="en" sz="6000">
                <a:solidFill>
                  <a:schemeClr val="accent2"/>
                </a:solidFill>
              </a:rPr>
              <a:t>Tech Stack</a:t>
            </a:r>
            <a:endParaRPr/>
          </a:p>
        </p:txBody>
      </p:sp>
      <p:sp>
        <p:nvSpPr>
          <p:cNvPr id="241" name="Google Shape;241;g3dbc8acfd59_4_0"/>
          <p:cNvSpPr txBox="1"/>
          <p:nvPr>
            <p:ph idx="1" type="body"/>
          </p:nvPr>
        </p:nvSpPr>
        <p:spPr>
          <a:xfrm>
            <a:off x="311700" y="2467949"/>
            <a:ext cx="3999900" cy="180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000000"/>
                </a:solidFill>
                <a:latin typeface="Arial"/>
                <a:ea typeface="Arial"/>
                <a:cs typeface="Arial"/>
                <a:sym typeface="Arial"/>
              </a:rPr>
              <a:t>Apache Spark (PySpark)</a:t>
            </a:r>
            <a:br>
              <a:rPr b="1" lang="en" sz="1100">
                <a:solidFill>
                  <a:srgbClr val="000000"/>
                </a:solidFill>
                <a:latin typeface="Arial"/>
                <a:ea typeface="Arial"/>
                <a:cs typeface="Arial"/>
                <a:sym typeface="Arial"/>
              </a:rPr>
            </a:br>
            <a:r>
              <a:rPr lang="en" sz="1100">
                <a:solidFill>
                  <a:srgbClr val="000000"/>
                </a:solidFill>
                <a:latin typeface="Arial"/>
                <a:ea typeface="Arial"/>
                <a:cs typeface="Arial"/>
                <a:sym typeface="Arial"/>
              </a:rPr>
              <a:t> → Distributed processing for large-scale flight data</a:t>
            </a:r>
            <a:br>
              <a:rPr lang="en" sz="1100">
                <a:solidFill>
                  <a:srgbClr val="000000"/>
                </a:solidFill>
                <a:latin typeface="Arial"/>
                <a:ea typeface="Arial"/>
                <a:cs typeface="Arial"/>
                <a:sym typeface="Arial"/>
              </a:rPr>
            </a:br>
            <a:r>
              <a:rPr lang="en" sz="1100">
                <a:solidFill>
                  <a:srgbClr val="000000"/>
                </a:solidFill>
                <a:latin typeface="Arial"/>
                <a:ea typeface="Arial"/>
                <a:cs typeface="Arial"/>
                <a:sym typeface="Arial"/>
              </a:rPr>
              <a:t> → Efficient handling of millions of records</a:t>
            </a:r>
            <a:endParaRPr sz="1100">
              <a:solidFill>
                <a:srgbClr val="000000"/>
              </a:solidFill>
              <a:latin typeface="Arial"/>
              <a:ea typeface="Arial"/>
              <a:cs typeface="Arial"/>
              <a:sym typeface="Arial"/>
            </a:endParaRPr>
          </a:p>
          <a:p>
            <a:pPr indent="0" lvl="0" marL="0" rtl="0" algn="l">
              <a:spcBef>
                <a:spcPts val="0"/>
              </a:spcBef>
              <a:spcAft>
                <a:spcPts val="0"/>
              </a:spcAft>
              <a:buNone/>
            </a:pPr>
            <a:r>
              <a:rPr b="1" lang="en" sz="1100">
                <a:solidFill>
                  <a:srgbClr val="000000"/>
                </a:solidFill>
                <a:latin typeface="Arial"/>
                <a:ea typeface="Arial"/>
                <a:cs typeface="Arial"/>
                <a:sym typeface="Arial"/>
              </a:rPr>
              <a:t>Spark SQL</a:t>
            </a:r>
            <a:br>
              <a:rPr b="1" lang="en" sz="1100">
                <a:solidFill>
                  <a:srgbClr val="000000"/>
                </a:solidFill>
                <a:latin typeface="Arial"/>
                <a:ea typeface="Arial"/>
                <a:cs typeface="Arial"/>
                <a:sym typeface="Arial"/>
              </a:rPr>
            </a:br>
            <a:r>
              <a:rPr lang="en" sz="1100">
                <a:solidFill>
                  <a:srgbClr val="000000"/>
                </a:solidFill>
                <a:latin typeface="Arial"/>
                <a:ea typeface="Arial"/>
                <a:cs typeface="Arial"/>
                <a:sym typeface="Arial"/>
              </a:rPr>
              <a:t> → Fast querying and aggregation</a:t>
            </a:r>
            <a:br>
              <a:rPr lang="en" sz="1100">
                <a:solidFill>
                  <a:srgbClr val="000000"/>
                </a:solidFill>
                <a:latin typeface="Arial"/>
                <a:ea typeface="Arial"/>
                <a:cs typeface="Arial"/>
                <a:sym typeface="Arial"/>
              </a:rPr>
            </a:br>
            <a:r>
              <a:rPr lang="en" sz="1100">
                <a:solidFill>
                  <a:srgbClr val="000000"/>
                </a:solidFill>
                <a:latin typeface="Arial"/>
                <a:ea typeface="Arial"/>
                <a:cs typeface="Arial"/>
                <a:sym typeface="Arial"/>
              </a:rPr>
              <a:t> → Used for airline, airport, and time-based analysis</a:t>
            </a:r>
            <a:endParaRPr sz="1100">
              <a:solidFill>
                <a:srgbClr val="000000"/>
              </a:solidFill>
              <a:latin typeface="Arial"/>
              <a:ea typeface="Arial"/>
              <a:cs typeface="Arial"/>
              <a:sym typeface="Arial"/>
            </a:endParaRPr>
          </a:p>
          <a:p>
            <a:pPr indent="0" lvl="0" marL="0" rtl="0" algn="l">
              <a:spcBef>
                <a:spcPts val="0"/>
              </a:spcBef>
              <a:spcAft>
                <a:spcPts val="0"/>
              </a:spcAft>
              <a:buNone/>
            </a:pPr>
            <a:r>
              <a:rPr b="1" lang="en" sz="1100">
                <a:solidFill>
                  <a:srgbClr val="000000"/>
                </a:solidFill>
                <a:latin typeface="Arial"/>
                <a:ea typeface="Arial"/>
                <a:cs typeface="Arial"/>
                <a:sym typeface="Arial"/>
              </a:rPr>
              <a:t>Pandas (for subsets)</a:t>
            </a:r>
            <a:br>
              <a:rPr b="1" lang="en" sz="1100">
                <a:solidFill>
                  <a:srgbClr val="000000"/>
                </a:solidFill>
                <a:latin typeface="Arial"/>
                <a:ea typeface="Arial"/>
                <a:cs typeface="Arial"/>
                <a:sym typeface="Arial"/>
              </a:rPr>
            </a:br>
            <a:r>
              <a:rPr lang="en" sz="1100">
                <a:solidFill>
                  <a:srgbClr val="000000"/>
                </a:solidFill>
                <a:latin typeface="Arial"/>
                <a:ea typeface="Arial"/>
                <a:cs typeface="Arial"/>
                <a:sym typeface="Arial"/>
              </a:rPr>
              <a:t> → Used for small-scale data manipulation and quick testing</a:t>
            </a:r>
            <a:endParaRPr sz="1100">
              <a:solidFill>
                <a:srgbClr val="000000"/>
              </a:solidFill>
              <a:latin typeface="Arial"/>
              <a:ea typeface="Arial"/>
              <a:cs typeface="Arial"/>
              <a:sym typeface="Arial"/>
            </a:endParaRPr>
          </a:p>
          <a:p>
            <a:pPr indent="0" lvl="0" marL="0" rtl="0" algn="l">
              <a:spcBef>
                <a:spcPts val="0"/>
              </a:spcBef>
              <a:spcAft>
                <a:spcPts val="0"/>
              </a:spcAft>
              <a:buNone/>
            </a:pPr>
            <a:r>
              <a:t/>
            </a:r>
            <a:endParaRPr/>
          </a:p>
        </p:txBody>
      </p:sp>
      <p:sp>
        <p:nvSpPr>
          <p:cNvPr id="242" name="Google Shape;242;g3dbc8acfd59_4_0"/>
          <p:cNvSpPr txBox="1"/>
          <p:nvPr>
            <p:ph idx="2" type="body"/>
          </p:nvPr>
        </p:nvSpPr>
        <p:spPr>
          <a:xfrm>
            <a:off x="4619925" y="2467949"/>
            <a:ext cx="3999900" cy="180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000000"/>
                </a:solidFill>
                <a:latin typeface="Arial"/>
                <a:ea typeface="Arial"/>
                <a:cs typeface="Arial"/>
                <a:sym typeface="Arial"/>
              </a:rPr>
              <a:t>Spark ML (MLlib)</a:t>
            </a:r>
            <a:br>
              <a:rPr b="1" lang="en" sz="1100">
                <a:solidFill>
                  <a:srgbClr val="000000"/>
                </a:solidFill>
                <a:latin typeface="Arial"/>
                <a:ea typeface="Arial"/>
                <a:cs typeface="Arial"/>
                <a:sym typeface="Arial"/>
              </a:rPr>
            </a:br>
            <a:r>
              <a:rPr lang="en" sz="1100">
                <a:solidFill>
                  <a:srgbClr val="000000"/>
                </a:solidFill>
                <a:latin typeface="Arial"/>
                <a:ea typeface="Arial"/>
                <a:cs typeface="Arial"/>
                <a:sym typeface="Arial"/>
              </a:rPr>
              <a:t> → Built logistic regression model</a:t>
            </a:r>
            <a:br>
              <a:rPr lang="en" sz="1100">
                <a:solidFill>
                  <a:srgbClr val="000000"/>
                </a:solidFill>
                <a:latin typeface="Arial"/>
                <a:ea typeface="Arial"/>
                <a:cs typeface="Arial"/>
                <a:sym typeface="Arial"/>
              </a:rPr>
            </a:br>
            <a:r>
              <a:rPr lang="en" sz="1100">
                <a:solidFill>
                  <a:srgbClr val="000000"/>
                </a:solidFill>
                <a:latin typeface="Arial"/>
                <a:ea typeface="Arial"/>
                <a:cs typeface="Arial"/>
                <a:sym typeface="Arial"/>
              </a:rPr>
              <a:t> → Integrated with PySpark pipeline</a:t>
            </a:r>
            <a:endParaRPr sz="1100">
              <a:solidFill>
                <a:srgbClr val="000000"/>
              </a:solidFill>
              <a:latin typeface="Arial"/>
              <a:ea typeface="Arial"/>
              <a:cs typeface="Arial"/>
              <a:sym typeface="Arial"/>
            </a:endParaRPr>
          </a:p>
          <a:p>
            <a:pPr indent="0" lvl="0" marL="0" rtl="0" algn="l">
              <a:spcBef>
                <a:spcPts val="0"/>
              </a:spcBef>
              <a:spcAft>
                <a:spcPts val="0"/>
              </a:spcAft>
              <a:buNone/>
            </a:pPr>
            <a:r>
              <a:rPr b="1" lang="en" sz="1100">
                <a:solidFill>
                  <a:srgbClr val="000000"/>
                </a:solidFill>
                <a:latin typeface="Arial"/>
                <a:ea typeface="Arial"/>
                <a:cs typeface="Arial"/>
                <a:sym typeface="Arial"/>
              </a:rPr>
              <a:t>Matplotlib</a:t>
            </a:r>
            <a:br>
              <a:rPr b="1" lang="en" sz="1100">
                <a:solidFill>
                  <a:srgbClr val="000000"/>
                </a:solidFill>
                <a:latin typeface="Arial"/>
                <a:ea typeface="Arial"/>
                <a:cs typeface="Arial"/>
                <a:sym typeface="Arial"/>
              </a:rPr>
            </a:br>
            <a:r>
              <a:rPr lang="en" sz="1100">
                <a:solidFill>
                  <a:srgbClr val="000000"/>
                </a:solidFill>
                <a:latin typeface="Arial"/>
                <a:ea typeface="Arial"/>
                <a:cs typeface="Arial"/>
                <a:sym typeface="Arial"/>
              </a:rPr>
              <a:t> → Visualization of delay patterns and trends</a:t>
            </a:r>
            <a:endParaRPr sz="1100">
              <a:solidFill>
                <a:srgbClr val="000000"/>
              </a:solidFill>
              <a:latin typeface="Arial"/>
              <a:ea typeface="Arial"/>
              <a:cs typeface="Arial"/>
              <a:sym typeface="Arial"/>
            </a:endParaRPr>
          </a:p>
          <a:p>
            <a:pPr indent="0" lvl="0" marL="0" rtl="0" algn="l">
              <a:spcBef>
                <a:spcPts val="0"/>
              </a:spcBef>
              <a:spcAft>
                <a:spcPts val="0"/>
              </a:spcAft>
              <a:buNone/>
            </a:pPr>
            <a:r>
              <a:rPr b="1" lang="en" sz="1100">
                <a:solidFill>
                  <a:srgbClr val="000000"/>
                </a:solidFill>
                <a:latin typeface="Arial"/>
                <a:ea typeface="Arial"/>
                <a:cs typeface="Arial"/>
                <a:sym typeface="Arial"/>
              </a:rPr>
              <a:t>Google Colab</a:t>
            </a:r>
            <a:br>
              <a:rPr b="1" lang="en" sz="1100">
                <a:solidFill>
                  <a:srgbClr val="000000"/>
                </a:solidFill>
                <a:latin typeface="Arial"/>
                <a:ea typeface="Arial"/>
                <a:cs typeface="Arial"/>
                <a:sym typeface="Arial"/>
              </a:rPr>
            </a:br>
            <a:r>
              <a:rPr lang="en" sz="1100">
                <a:solidFill>
                  <a:srgbClr val="000000"/>
                </a:solidFill>
                <a:latin typeface="Arial"/>
                <a:ea typeface="Arial"/>
                <a:cs typeface="Arial"/>
                <a:sym typeface="Arial"/>
              </a:rPr>
              <a:t> → Cloud-based environment</a:t>
            </a:r>
            <a:br>
              <a:rPr lang="en" sz="1100">
                <a:solidFill>
                  <a:srgbClr val="000000"/>
                </a:solidFill>
                <a:latin typeface="Arial"/>
                <a:ea typeface="Arial"/>
                <a:cs typeface="Arial"/>
                <a:sym typeface="Arial"/>
              </a:rPr>
            </a:br>
            <a:r>
              <a:rPr lang="en" sz="1100">
                <a:solidFill>
                  <a:srgbClr val="000000"/>
                </a:solidFill>
                <a:latin typeface="Arial"/>
                <a:ea typeface="Arial"/>
                <a:cs typeface="Arial"/>
                <a:sym typeface="Arial"/>
              </a:rPr>
              <a:t> → Easy setup and integration with Google Drive</a:t>
            </a:r>
            <a:endParaRPr sz="1100">
              <a:solidFill>
                <a:srgbClr val="000000"/>
              </a:solidFill>
              <a:latin typeface="Arial"/>
              <a:ea typeface="Arial"/>
              <a:cs typeface="Arial"/>
              <a:sym typeface="Arial"/>
            </a:endParaRPr>
          </a:p>
          <a:p>
            <a:pPr indent="0" lvl="0" marL="0" rtl="0" algn="l">
              <a:spcBef>
                <a:spcPts val="0"/>
              </a:spcBef>
              <a:spcAft>
                <a:spcPts val="0"/>
              </a:spcAft>
              <a:buNone/>
            </a:pPr>
            <a:r>
              <a:t/>
            </a:r>
            <a:endParaRPr/>
          </a:p>
        </p:txBody>
      </p:sp>
      <p:sp>
        <p:nvSpPr>
          <p:cNvPr id="243" name="Google Shape;243;g3dbc8acfd59_4_0"/>
          <p:cNvSpPr txBox="1"/>
          <p:nvPr>
            <p:ph idx="3" type="subTitle"/>
          </p:nvPr>
        </p:nvSpPr>
        <p:spPr>
          <a:xfrm>
            <a:off x="311700" y="2054620"/>
            <a:ext cx="3999900" cy="411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Data Processing &amp; Analysis</a:t>
            </a:r>
            <a:endParaRPr/>
          </a:p>
        </p:txBody>
      </p:sp>
      <p:sp>
        <p:nvSpPr>
          <p:cNvPr id="244" name="Google Shape;244;g3dbc8acfd59_4_0"/>
          <p:cNvSpPr txBox="1"/>
          <p:nvPr>
            <p:ph idx="4" type="subTitle"/>
          </p:nvPr>
        </p:nvSpPr>
        <p:spPr>
          <a:xfrm>
            <a:off x="4619925" y="2054620"/>
            <a:ext cx="3999900" cy="411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Modeling &amp; Environment</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8"/>
          <p:cNvSpPr txBox="1"/>
          <p:nvPr>
            <p:ph type="title"/>
          </p:nvPr>
        </p:nvSpPr>
        <p:spPr>
          <a:xfrm>
            <a:off x="311700" y="708000"/>
            <a:ext cx="3132300" cy="7557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2400"/>
              <a:buNone/>
            </a:pPr>
            <a:r>
              <a:rPr lang="en"/>
              <a:t>Link to the codebase </a:t>
            </a:r>
            <a:endParaRPr/>
          </a:p>
        </p:txBody>
      </p:sp>
      <p:sp>
        <p:nvSpPr>
          <p:cNvPr id="250" name="Google Shape;250;p8"/>
          <p:cNvSpPr txBox="1"/>
          <p:nvPr>
            <p:ph idx="1" type="body"/>
          </p:nvPr>
        </p:nvSpPr>
        <p:spPr>
          <a:xfrm>
            <a:off x="311700" y="1542000"/>
            <a:ext cx="7561800" cy="288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200"/>
              <a:buNone/>
            </a:pPr>
            <a:r>
              <a:rPr lang="en" sz="2000" u="sng">
                <a:solidFill>
                  <a:schemeClr val="hlink"/>
                </a:solidFill>
                <a:latin typeface="Arial"/>
                <a:ea typeface="Arial"/>
                <a:cs typeface="Arial"/>
                <a:sym typeface="Arial"/>
                <a:hlinkClick r:id="rId3"/>
              </a:rPr>
              <a:t>https://github.com/TianqiZhen426/Big-Data_2026Spring_Project</a:t>
            </a:r>
            <a:endParaRPr sz="2000">
              <a:latin typeface="Arial"/>
              <a:ea typeface="Arial"/>
              <a:cs typeface="Arial"/>
              <a:sym typeface="Arial"/>
            </a:endParaRPr>
          </a:p>
          <a:p>
            <a:pPr indent="0" lvl="0" marL="0" rtl="0" algn="l">
              <a:lnSpc>
                <a:spcPct val="115000"/>
              </a:lnSpc>
              <a:spcBef>
                <a:spcPts val="1000"/>
              </a:spcBef>
              <a:spcAft>
                <a:spcPts val="1000"/>
              </a:spcAft>
              <a:buSzPts val="1200"/>
              <a:buNone/>
            </a:pPr>
            <a:r>
              <a:rPr lang="en" sz="2000">
                <a:latin typeface="Arial"/>
                <a:ea typeface="Arial"/>
                <a:cs typeface="Arial"/>
                <a:sym typeface="Arial"/>
              </a:rPr>
              <a:t>The readme provides all steps to reproduce the results using Google Colab :)</a:t>
            </a:r>
            <a:endParaRPr sz="2000">
              <a:latin typeface="Arial"/>
              <a:ea typeface="Arial"/>
              <a:cs typeface="Arial"/>
              <a:sym typeface="Arial"/>
            </a:endParaRPr>
          </a:p>
        </p:txBody>
      </p:sp>
      <p:sp>
        <p:nvSpPr>
          <p:cNvPr id="251" name="Google Shape;251;p8"/>
          <p:cNvSpPr txBox="1"/>
          <p:nvPr/>
        </p:nvSpPr>
        <p:spPr>
          <a:xfrm>
            <a:off x="338977" y="253941"/>
            <a:ext cx="2436000" cy="307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rgbClr val="9A6ABA"/>
                </a:solidFill>
                <a:latin typeface="Montserrat"/>
                <a:ea typeface="Montserrat"/>
                <a:cs typeface="Montserrat"/>
                <a:sym typeface="Montserrat"/>
              </a:rPr>
              <a:t>P A R T   0 1</a:t>
            </a:r>
            <a:endParaRPr b="1" i="0" sz="700" u="none" cap="none" strike="noStrike">
              <a:solidFill>
                <a:srgbClr val="9A6ABA"/>
              </a:solidFill>
              <a:latin typeface="Montserrat"/>
              <a:ea typeface="Montserrat"/>
              <a:cs typeface="Montserrat"/>
              <a:sym typeface="Montserrat"/>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g3dbb17f97c8_2_89"/>
          <p:cNvSpPr txBox="1"/>
          <p:nvPr>
            <p:ph type="title"/>
          </p:nvPr>
        </p:nvSpPr>
        <p:spPr>
          <a:xfrm>
            <a:off x="1111225" y="1084300"/>
            <a:ext cx="7624800" cy="2013900"/>
          </a:xfrm>
          <a:prstGeom prst="rect">
            <a:avLst/>
          </a:prstGeom>
          <a:noFill/>
          <a:ln>
            <a:noFill/>
          </a:ln>
        </p:spPr>
        <p:txBody>
          <a:bodyPr anchorCtr="0" anchor="b" bIns="91425" lIns="91425" spcFirstLastPara="1" rIns="91425" wrap="square" tIns="91425">
            <a:noAutofit/>
          </a:bodyPr>
          <a:lstStyle/>
          <a:p>
            <a:pPr indent="0" lvl="0" marL="0" rtl="0" algn="l">
              <a:lnSpc>
                <a:spcPct val="80000"/>
              </a:lnSpc>
              <a:spcBef>
                <a:spcPts val="0"/>
              </a:spcBef>
              <a:spcAft>
                <a:spcPts val="0"/>
              </a:spcAft>
              <a:buSzPts val="3600"/>
              <a:buNone/>
            </a:pPr>
            <a:r>
              <a:rPr lang="en">
                <a:solidFill>
                  <a:schemeClr val="accent2"/>
                </a:solidFill>
              </a:rPr>
              <a:t>Process and Results</a:t>
            </a:r>
            <a:endParaRPr>
              <a:solidFill>
                <a:schemeClr val="accent2"/>
              </a:solidFill>
            </a:endParaRPr>
          </a:p>
          <a:p>
            <a:pPr indent="0" lvl="0" marL="0" rtl="0" algn="ctr">
              <a:lnSpc>
                <a:spcPct val="80000"/>
              </a:lnSpc>
              <a:spcBef>
                <a:spcPts val="0"/>
              </a:spcBef>
              <a:spcAft>
                <a:spcPts val="0"/>
              </a:spcAft>
              <a:buSzPts val="3600"/>
              <a:buNone/>
            </a:pPr>
            <a:r>
              <a:t/>
            </a:r>
            <a:endParaRPr>
              <a:solidFill>
                <a:schemeClr val="accent2"/>
              </a:solidFill>
            </a:endParaRPr>
          </a:p>
        </p:txBody>
      </p:sp>
      <p:sp>
        <p:nvSpPr>
          <p:cNvPr id="257" name="Google Shape;257;g3dbb17f97c8_2_89"/>
          <p:cNvSpPr txBox="1"/>
          <p:nvPr/>
        </p:nvSpPr>
        <p:spPr>
          <a:xfrm>
            <a:off x="3793600" y="817178"/>
            <a:ext cx="1556700" cy="298200"/>
          </a:xfrm>
          <a:prstGeom prst="rect">
            <a:avLst/>
          </a:prstGeom>
          <a:noFill/>
          <a:ln>
            <a:noFill/>
          </a:ln>
        </p:spPr>
        <p:txBody>
          <a:bodyPr anchorCtr="0" anchor="t" bIns="91425" lIns="91425" spcFirstLastPara="1" rIns="91425" wrap="square" tIns="91425">
            <a:noAutofit/>
          </a:bodyPr>
          <a:lstStyle/>
          <a:p>
            <a:pPr indent="0" lvl="0" marL="0" marR="0" rtl="0" algn="ctr">
              <a:lnSpc>
                <a:spcPct val="80000"/>
              </a:lnSpc>
              <a:spcBef>
                <a:spcPts val="0"/>
              </a:spcBef>
              <a:spcAft>
                <a:spcPts val="0"/>
              </a:spcAft>
              <a:buClr>
                <a:srgbClr val="000000"/>
              </a:buClr>
              <a:buSzPts val="900"/>
              <a:buFont typeface="Arial"/>
              <a:buNone/>
            </a:pPr>
            <a:r>
              <a:rPr b="0" i="0" lang="en" sz="900" u="none" cap="none" strike="noStrike">
                <a:solidFill>
                  <a:schemeClr val="accent2"/>
                </a:solidFill>
                <a:latin typeface="Montserrat ExtraBold"/>
                <a:ea typeface="Montserrat ExtraBold"/>
                <a:cs typeface="Montserrat ExtraBold"/>
                <a:sym typeface="Montserrat ExtraBold"/>
              </a:rPr>
              <a:t>P A R T   0 4</a:t>
            </a:r>
            <a:endParaRPr b="0" i="0" sz="900" u="none" cap="none" strike="noStrike">
              <a:solidFill>
                <a:schemeClr val="accent2"/>
              </a:solidFill>
              <a:latin typeface="Montserrat ExtraBold"/>
              <a:ea typeface="Montserrat ExtraBold"/>
              <a:cs typeface="Montserrat ExtraBold"/>
              <a:sym typeface="Montserrat ExtraBold"/>
            </a:endParaRPr>
          </a:p>
        </p:txBody>
      </p:sp>
      <p:cxnSp>
        <p:nvCxnSpPr>
          <p:cNvPr id="258" name="Google Shape;258;g3dbb17f97c8_2_89"/>
          <p:cNvCxnSpPr/>
          <p:nvPr/>
        </p:nvCxnSpPr>
        <p:spPr>
          <a:xfrm>
            <a:off x="4231926" y="1084298"/>
            <a:ext cx="692400" cy="0"/>
          </a:xfrm>
          <a:prstGeom prst="straightConnector1">
            <a:avLst/>
          </a:prstGeom>
          <a:noFill/>
          <a:ln cap="flat" cmpd="sng" w="9525">
            <a:solidFill>
              <a:srgbClr val="57068C"/>
            </a:solidFill>
            <a:prstDash val="solid"/>
            <a:round/>
            <a:headEnd len="sm" w="sm" type="none"/>
            <a:tailEnd len="sm" w="sm" type="none"/>
          </a:ln>
        </p:spPr>
      </p:cxnSp>
      <p:sp>
        <p:nvSpPr>
          <p:cNvPr id="259" name="Google Shape;259;g3dbb17f97c8_2_89"/>
          <p:cNvSpPr txBox="1"/>
          <p:nvPr/>
        </p:nvSpPr>
        <p:spPr>
          <a:xfrm>
            <a:off x="850125" y="2638950"/>
            <a:ext cx="1749300" cy="9543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None/>
            </a:pPr>
            <a:r>
              <a:rPr b="1" lang="en">
                <a:solidFill>
                  <a:schemeClr val="dk1"/>
                </a:solidFill>
                <a:latin typeface="Frank Ruhl Libre"/>
                <a:ea typeface="Frank Ruhl Libre"/>
                <a:cs typeface="Frank Ruhl Libre"/>
                <a:sym typeface="Frank Ruhl Libre"/>
              </a:rPr>
              <a:t>DATA PREPROCESSING</a:t>
            </a:r>
            <a:endParaRPr b="1">
              <a:solidFill>
                <a:schemeClr val="dk1"/>
              </a:solidFill>
              <a:latin typeface="Frank Ruhl Libre"/>
              <a:ea typeface="Frank Ruhl Libre"/>
              <a:cs typeface="Frank Ruhl Libre"/>
              <a:sym typeface="Frank Ruhl Libre"/>
            </a:endParaRPr>
          </a:p>
          <a:p>
            <a:pPr indent="0" lvl="0" marL="0" marR="0" rtl="0" algn="l">
              <a:lnSpc>
                <a:spcPct val="100000"/>
              </a:lnSpc>
              <a:spcBef>
                <a:spcPts val="0"/>
              </a:spcBef>
              <a:spcAft>
                <a:spcPts val="0"/>
              </a:spcAft>
              <a:buNone/>
            </a:pPr>
            <a:r>
              <a:t/>
            </a:r>
            <a:endParaRPr b="1">
              <a:solidFill>
                <a:schemeClr val="dk1"/>
              </a:solidFill>
              <a:latin typeface="Frank Ruhl Libre"/>
              <a:ea typeface="Frank Ruhl Libre"/>
              <a:cs typeface="Frank Ruhl Libre"/>
              <a:sym typeface="Frank Ruhl Libre"/>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0" name="Google Shape;260;g3dbb17f97c8_2_89"/>
          <p:cNvSpPr txBox="1"/>
          <p:nvPr/>
        </p:nvSpPr>
        <p:spPr>
          <a:xfrm>
            <a:off x="3013888" y="2638950"/>
            <a:ext cx="1749300" cy="738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 sz="1400" u="none" cap="none" strike="noStrike">
                <a:solidFill>
                  <a:schemeClr val="dk1"/>
                </a:solidFill>
                <a:latin typeface="Frank Ruhl Libre"/>
                <a:ea typeface="Frank Ruhl Libre"/>
                <a:cs typeface="Frank Ruhl Libre"/>
                <a:sym typeface="Frank Ruhl Libre"/>
              </a:rPr>
              <a:t>DATA </a:t>
            </a:r>
            <a:endParaRPr b="1" i="0" sz="1400" u="none" cap="none" strike="noStrike">
              <a:solidFill>
                <a:schemeClr val="dk1"/>
              </a:solidFill>
              <a:latin typeface="Frank Ruhl Libre"/>
              <a:ea typeface="Frank Ruhl Libre"/>
              <a:cs typeface="Frank Ruhl Libre"/>
              <a:sym typeface="Frank Ruhl Libre"/>
            </a:endParaRPr>
          </a:p>
          <a:p>
            <a:pPr indent="0" lvl="0" marL="0" marR="0" rtl="0" algn="l">
              <a:lnSpc>
                <a:spcPct val="100000"/>
              </a:lnSpc>
              <a:spcBef>
                <a:spcPts val="0"/>
              </a:spcBef>
              <a:spcAft>
                <a:spcPts val="0"/>
              </a:spcAft>
              <a:buNone/>
            </a:pPr>
            <a:r>
              <a:rPr b="1" lang="en">
                <a:solidFill>
                  <a:schemeClr val="dk1"/>
                </a:solidFill>
                <a:latin typeface="Frank Ruhl Libre"/>
                <a:ea typeface="Frank Ruhl Libre"/>
                <a:cs typeface="Frank Ruhl Libre"/>
                <a:sym typeface="Frank Ruhl Libre"/>
              </a:rPr>
              <a:t>CLEANING</a:t>
            </a:r>
            <a:endParaRPr b="1" i="0" sz="1400" u="none" cap="none" strike="noStrike">
              <a:solidFill>
                <a:schemeClr val="dk1"/>
              </a:solidFill>
              <a:latin typeface="Frank Ruhl Libre"/>
              <a:ea typeface="Frank Ruhl Libre"/>
              <a:cs typeface="Frank Ruhl Libre"/>
              <a:sym typeface="Frank Ruhl Libre"/>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1" name="Google Shape;261;g3dbb17f97c8_2_89"/>
          <p:cNvSpPr txBox="1"/>
          <p:nvPr/>
        </p:nvSpPr>
        <p:spPr>
          <a:xfrm>
            <a:off x="5044567" y="2638951"/>
            <a:ext cx="1176900" cy="738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 sz="1400" u="none" cap="none" strike="noStrike">
                <a:solidFill>
                  <a:schemeClr val="dk1"/>
                </a:solidFill>
                <a:latin typeface="Frank Ruhl Libre"/>
                <a:ea typeface="Frank Ruhl Libre"/>
                <a:cs typeface="Frank Ruhl Libre"/>
                <a:sym typeface="Frank Ruhl Libre"/>
              </a:rPr>
              <a:t>DATA ANALYSIS</a:t>
            </a:r>
            <a:endParaRPr b="1" i="0" sz="1400" u="none" cap="none" strike="noStrike">
              <a:solidFill>
                <a:schemeClr val="dk1"/>
              </a:solidFill>
              <a:latin typeface="Frank Ruhl Libre"/>
              <a:ea typeface="Frank Ruhl Libre"/>
              <a:cs typeface="Frank Ruhl Libre"/>
              <a:sym typeface="Frank Ruhl Libre"/>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2" name="Google Shape;262;g3dbb17f97c8_2_89"/>
          <p:cNvSpPr txBox="1"/>
          <p:nvPr/>
        </p:nvSpPr>
        <p:spPr>
          <a:xfrm>
            <a:off x="6986727" y="2689750"/>
            <a:ext cx="17493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lang="en">
                <a:solidFill>
                  <a:schemeClr val="dk1"/>
                </a:solidFill>
                <a:latin typeface="Frank Ruhl Libre"/>
                <a:ea typeface="Frank Ruhl Libre"/>
                <a:cs typeface="Frank Ruhl Libre"/>
                <a:sym typeface="Frank Ruhl Libre"/>
              </a:rPr>
              <a:t>PREDICTION MODEL</a:t>
            </a:r>
            <a:endParaRPr b="1" i="0" sz="1400" u="none" cap="none" strike="noStrike">
              <a:solidFill>
                <a:schemeClr val="dk1"/>
              </a:solidFill>
              <a:latin typeface="Frank Ruhl Libre"/>
              <a:ea typeface="Frank Ruhl Libre"/>
              <a:cs typeface="Frank Ruhl Libre"/>
              <a:sym typeface="Frank Ruhl Libre"/>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g3dbb17f97c8_0_26"/>
          <p:cNvSpPr txBox="1"/>
          <p:nvPr>
            <p:ph type="title"/>
          </p:nvPr>
        </p:nvSpPr>
        <p:spPr>
          <a:xfrm>
            <a:off x="311700" y="587975"/>
            <a:ext cx="3610800" cy="891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Data Preprocessing</a:t>
            </a:r>
            <a:endParaRPr/>
          </a:p>
        </p:txBody>
      </p:sp>
      <p:sp>
        <p:nvSpPr>
          <p:cNvPr id="268" name="Google Shape;268;g3dbb17f97c8_0_26"/>
          <p:cNvSpPr txBox="1"/>
          <p:nvPr>
            <p:ph idx="1" type="body"/>
          </p:nvPr>
        </p:nvSpPr>
        <p:spPr>
          <a:xfrm>
            <a:off x="311700" y="1836175"/>
            <a:ext cx="3610800" cy="2439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rgbClr val="000000"/>
                </a:solidFill>
                <a:latin typeface="Arial"/>
                <a:ea typeface="Arial"/>
                <a:cs typeface="Arial"/>
                <a:sym typeface="Arial"/>
              </a:rPr>
              <a:t>The dataset is provided as </a:t>
            </a:r>
            <a:r>
              <a:rPr b="1" lang="en" sz="1100">
                <a:solidFill>
                  <a:srgbClr val="000000"/>
                </a:solidFill>
                <a:latin typeface="Arial"/>
                <a:ea typeface="Arial"/>
                <a:cs typeface="Arial"/>
                <a:sym typeface="Arial"/>
              </a:rPr>
              <a:t>12 monthly ZIP files</a:t>
            </a:r>
            <a:r>
              <a:rPr lang="en" sz="1100">
                <a:solidFill>
                  <a:srgbClr val="000000"/>
                </a:solidFill>
                <a:latin typeface="Arial"/>
                <a:ea typeface="Arial"/>
                <a:cs typeface="Arial"/>
                <a:sym typeface="Arial"/>
              </a:rPr>
              <a:t> for the year 2024</a:t>
            </a:r>
            <a:endParaRPr sz="1100">
              <a:solidFill>
                <a:srgbClr val="000000"/>
              </a:solidFill>
              <a:latin typeface="Arial"/>
              <a:ea typeface="Arial"/>
              <a:cs typeface="Arial"/>
              <a:sym typeface="Arial"/>
            </a:endParaRPr>
          </a:p>
          <a:p>
            <a:pPr indent="0" lvl="0" marL="0" rtl="0" algn="l">
              <a:spcBef>
                <a:spcPts val="0"/>
              </a:spcBef>
              <a:spcAft>
                <a:spcPts val="0"/>
              </a:spcAft>
              <a:buNone/>
            </a:pPr>
            <a:r>
              <a:rPr lang="en" sz="1100">
                <a:solidFill>
                  <a:srgbClr val="000000"/>
                </a:solidFill>
                <a:latin typeface="Arial"/>
                <a:ea typeface="Arial"/>
                <a:cs typeface="Arial"/>
                <a:sym typeface="Arial"/>
              </a:rPr>
              <a:t>Each ZIP file contains raw flight data for one month</a:t>
            </a:r>
            <a:endParaRPr sz="1100">
              <a:solidFill>
                <a:srgbClr val="000000"/>
              </a:solidFill>
              <a:latin typeface="Arial"/>
              <a:ea typeface="Arial"/>
              <a:cs typeface="Arial"/>
              <a:sym typeface="Arial"/>
            </a:endParaRPr>
          </a:p>
          <a:p>
            <a:pPr indent="0" lvl="0" marL="0" rtl="0" algn="l">
              <a:spcBef>
                <a:spcPts val="0"/>
              </a:spcBef>
              <a:spcAft>
                <a:spcPts val="0"/>
              </a:spcAft>
              <a:buNone/>
            </a:pPr>
            <a:r>
              <a:rPr lang="en" sz="1100">
                <a:solidFill>
                  <a:srgbClr val="000000"/>
                </a:solidFill>
                <a:latin typeface="Arial"/>
                <a:ea typeface="Arial"/>
                <a:cs typeface="Arial"/>
                <a:sym typeface="Arial"/>
              </a:rPr>
              <a:t>Before analysis, we performed the following steps:</a:t>
            </a:r>
            <a:endParaRPr sz="1100">
              <a:solidFill>
                <a:srgbClr val="000000"/>
              </a:solidFill>
              <a:latin typeface="Arial"/>
              <a:ea typeface="Arial"/>
              <a:cs typeface="Arial"/>
              <a:sym typeface="Arial"/>
            </a:endParaRPr>
          </a:p>
          <a:p>
            <a:pPr indent="-298450" lvl="0" marL="457200" rtl="0" algn="l">
              <a:lnSpc>
                <a:spcPct val="115000"/>
              </a:lnSpc>
              <a:spcBef>
                <a:spcPts val="1200"/>
              </a:spcBef>
              <a:spcAft>
                <a:spcPts val="0"/>
              </a:spcAft>
              <a:buClr>
                <a:srgbClr val="000000"/>
              </a:buClr>
              <a:buSzPts val="1100"/>
              <a:buFont typeface="Arial"/>
              <a:buChar char="●"/>
            </a:pPr>
            <a:r>
              <a:rPr lang="en" sz="1100">
                <a:solidFill>
                  <a:srgbClr val="000000"/>
                </a:solidFill>
                <a:latin typeface="Arial"/>
                <a:ea typeface="Arial"/>
                <a:cs typeface="Arial"/>
                <a:sym typeface="Arial"/>
              </a:rPr>
              <a:t>Unzipped all files</a:t>
            </a:r>
            <a:endParaRPr sz="1100">
              <a:solidFill>
                <a:srgbClr val="000000"/>
              </a:solidFill>
              <a:latin typeface="Arial"/>
              <a:ea typeface="Arial"/>
              <a:cs typeface="Arial"/>
              <a:sym typeface="Arial"/>
            </a:endParaRPr>
          </a:p>
          <a:p>
            <a:pPr indent="-298450" lvl="0" marL="457200" rtl="0" algn="l">
              <a:lnSpc>
                <a:spcPct val="115000"/>
              </a:lnSpc>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Combined monthly data into a single dataset</a:t>
            </a:r>
            <a:endParaRPr/>
          </a:p>
        </p:txBody>
      </p:sp>
      <p:pic>
        <p:nvPicPr>
          <p:cNvPr id="269" name="Google Shape;269;g3dbb17f97c8_0_26" title="截屏2026-05-03 03.17.38.png"/>
          <p:cNvPicPr preferRelativeResize="0"/>
          <p:nvPr/>
        </p:nvPicPr>
        <p:blipFill>
          <a:blip r:embed="rId3">
            <a:alphaModFix/>
          </a:blip>
          <a:stretch>
            <a:fillRect/>
          </a:stretch>
        </p:blipFill>
        <p:spPr>
          <a:xfrm>
            <a:off x="4120675" y="1036300"/>
            <a:ext cx="4575051" cy="2439600"/>
          </a:xfrm>
          <a:prstGeom prst="rect">
            <a:avLst/>
          </a:prstGeom>
          <a:noFill/>
          <a:ln>
            <a:noFill/>
          </a:ln>
        </p:spPr>
      </p:pic>
      <p:pic>
        <p:nvPicPr>
          <p:cNvPr id="270" name="Google Shape;270;g3dbb17f97c8_0_26" title="截屏2026-05-03 03.19.19.png"/>
          <p:cNvPicPr preferRelativeResize="0"/>
          <p:nvPr/>
        </p:nvPicPr>
        <p:blipFill>
          <a:blip r:embed="rId4">
            <a:alphaModFix/>
          </a:blip>
          <a:stretch>
            <a:fillRect/>
          </a:stretch>
        </p:blipFill>
        <p:spPr>
          <a:xfrm>
            <a:off x="1340550" y="3825375"/>
            <a:ext cx="7604823" cy="10424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g3dbc2c6dae2_1_0"/>
          <p:cNvSpPr txBox="1"/>
          <p:nvPr>
            <p:ph type="title"/>
          </p:nvPr>
        </p:nvSpPr>
        <p:spPr>
          <a:xfrm>
            <a:off x="311700" y="587975"/>
            <a:ext cx="3610800" cy="891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600">
                <a:solidFill>
                  <a:srgbClr val="57068C"/>
                </a:solidFill>
              </a:rPr>
              <a:t>Data Cleaning</a:t>
            </a:r>
            <a:r>
              <a:rPr b="0" lang="en" sz="1100">
                <a:solidFill>
                  <a:srgbClr val="000000"/>
                </a:solidFill>
                <a:latin typeface="Arial"/>
                <a:ea typeface="Arial"/>
                <a:cs typeface="Arial"/>
                <a:sym typeface="Arial"/>
              </a:rPr>
              <a:t> </a:t>
            </a:r>
            <a:endParaRPr/>
          </a:p>
        </p:txBody>
      </p:sp>
      <p:sp>
        <p:nvSpPr>
          <p:cNvPr id="276" name="Google Shape;276;g3dbc2c6dae2_1_0"/>
          <p:cNvSpPr txBox="1"/>
          <p:nvPr>
            <p:ph idx="1" type="body"/>
          </p:nvPr>
        </p:nvSpPr>
        <p:spPr>
          <a:xfrm>
            <a:off x="359700" y="1351950"/>
            <a:ext cx="8424600" cy="2923200"/>
          </a:xfrm>
          <a:prstGeom prst="rect">
            <a:avLst/>
          </a:prstGeom>
        </p:spPr>
        <p:txBody>
          <a:bodyPr anchorCtr="0" anchor="t" bIns="91425" lIns="91425" spcFirstLastPara="1" rIns="91425" wrap="square" tIns="91425">
            <a:noAutofit/>
          </a:bodyPr>
          <a:lstStyle/>
          <a:p>
            <a:pPr indent="-317500" lvl="0" marL="457200" rtl="0" algn="l">
              <a:lnSpc>
                <a:spcPct val="115000"/>
              </a:lnSpc>
              <a:spcBef>
                <a:spcPts val="0"/>
              </a:spcBef>
              <a:spcAft>
                <a:spcPts val="0"/>
              </a:spcAft>
              <a:buClr>
                <a:srgbClr val="000000"/>
              </a:buClr>
              <a:buSzPts val="1400"/>
              <a:buFont typeface="Arial"/>
              <a:buChar char="●"/>
            </a:pPr>
            <a:r>
              <a:rPr lang="en">
                <a:solidFill>
                  <a:srgbClr val="000000"/>
                </a:solidFill>
                <a:latin typeface="Arial"/>
                <a:ea typeface="Arial"/>
                <a:cs typeface="Arial"/>
                <a:sym typeface="Arial"/>
              </a:rPr>
              <a:t>Converted cancellation and delay status into binary indicators.</a:t>
            </a:r>
            <a:endParaRPr>
              <a:solidFill>
                <a:srgbClr val="000000"/>
              </a:solidFill>
              <a:latin typeface="Arial"/>
              <a:ea typeface="Arial"/>
              <a:cs typeface="Arial"/>
              <a:sym typeface="Arial"/>
            </a:endParaRPr>
          </a:p>
          <a:p>
            <a:pPr indent="-317500" lvl="0" marL="457200" rtl="0" algn="l">
              <a:lnSpc>
                <a:spcPct val="115000"/>
              </a:lnSpc>
              <a:spcBef>
                <a:spcPts val="0"/>
              </a:spcBef>
              <a:spcAft>
                <a:spcPts val="0"/>
              </a:spcAft>
              <a:buClr>
                <a:srgbClr val="000000"/>
              </a:buClr>
              <a:buSzPts val="1400"/>
              <a:buFont typeface="Arial"/>
              <a:buChar char="●"/>
            </a:pPr>
            <a:r>
              <a:rPr lang="en">
                <a:solidFill>
                  <a:srgbClr val="000000"/>
                </a:solidFill>
                <a:latin typeface="Arial"/>
                <a:ea typeface="Arial"/>
                <a:cs typeface="Arial"/>
                <a:sym typeface="Arial"/>
              </a:rPr>
              <a:t>Defined delayed flights as flights delayed by more than 15 minutes.</a:t>
            </a:r>
            <a:endParaRPr>
              <a:solidFill>
                <a:srgbClr val="000000"/>
              </a:solidFill>
              <a:latin typeface="Arial"/>
              <a:ea typeface="Arial"/>
              <a:cs typeface="Arial"/>
              <a:sym typeface="Arial"/>
            </a:endParaRPr>
          </a:p>
          <a:p>
            <a:pPr indent="-317500" lvl="0" marL="457200" rtl="0" algn="l">
              <a:lnSpc>
                <a:spcPct val="115000"/>
              </a:lnSpc>
              <a:spcBef>
                <a:spcPts val="0"/>
              </a:spcBef>
              <a:spcAft>
                <a:spcPts val="0"/>
              </a:spcAft>
              <a:buClr>
                <a:srgbClr val="000000"/>
              </a:buClr>
              <a:buSzPts val="1400"/>
              <a:buFont typeface="Arial"/>
              <a:buChar char="●"/>
            </a:pPr>
            <a:r>
              <a:rPr lang="en">
                <a:solidFill>
                  <a:srgbClr val="000000"/>
                </a:solidFill>
                <a:latin typeface="Arial"/>
                <a:ea typeface="Arial"/>
                <a:cs typeface="Arial"/>
                <a:sym typeface="Arial"/>
              </a:rPr>
              <a:t>Extracted departure hour from scheduled departure time.</a:t>
            </a:r>
            <a:endParaRPr>
              <a:solidFill>
                <a:srgbClr val="000000"/>
              </a:solidFill>
              <a:latin typeface="Arial"/>
              <a:ea typeface="Arial"/>
              <a:cs typeface="Arial"/>
              <a:sym typeface="Arial"/>
            </a:endParaRPr>
          </a:p>
          <a:p>
            <a:pPr indent="-317500" lvl="0" marL="457200" rtl="0" algn="l">
              <a:lnSpc>
                <a:spcPct val="115000"/>
              </a:lnSpc>
              <a:spcBef>
                <a:spcPts val="0"/>
              </a:spcBef>
              <a:spcAft>
                <a:spcPts val="0"/>
              </a:spcAft>
              <a:buClr>
                <a:srgbClr val="000000"/>
              </a:buClr>
              <a:buSzPts val="1400"/>
              <a:buFont typeface="Arial"/>
              <a:buChar char="●"/>
            </a:pPr>
            <a:r>
              <a:rPr lang="en">
                <a:solidFill>
                  <a:srgbClr val="000000"/>
                </a:solidFill>
                <a:latin typeface="Arial"/>
                <a:ea typeface="Arial"/>
                <a:cs typeface="Arial"/>
                <a:sym typeface="Arial"/>
              </a:rPr>
              <a:t>Created seasonal and time-period features.</a:t>
            </a:r>
            <a:endParaRPr>
              <a:solidFill>
                <a:srgbClr val="000000"/>
              </a:solidFill>
              <a:latin typeface="Arial"/>
              <a:ea typeface="Arial"/>
              <a:cs typeface="Arial"/>
              <a:sym typeface="Arial"/>
            </a:endParaRPr>
          </a:p>
          <a:p>
            <a:pPr indent="-317500" lvl="0" marL="457200" rtl="0" algn="l">
              <a:lnSpc>
                <a:spcPct val="115000"/>
              </a:lnSpc>
              <a:spcBef>
                <a:spcPts val="0"/>
              </a:spcBef>
              <a:spcAft>
                <a:spcPts val="0"/>
              </a:spcAft>
              <a:buClr>
                <a:srgbClr val="000000"/>
              </a:buClr>
              <a:buSzPts val="1400"/>
              <a:buFont typeface="Arial"/>
              <a:buChar char="●"/>
            </a:pPr>
            <a:r>
              <a:rPr lang="en">
                <a:solidFill>
                  <a:srgbClr val="000000"/>
                </a:solidFill>
                <a:latin typeface="Arial"/>
                <a:ea typeface="Arial"/>
                <a:cs typeface="Arial"/>
                <a:sym typeface="Arial"/>
              </a:rPr>
              <a:t>Removed records with missing critical fields.</a:t>
            </a:r>
            <a:endParaRPr>
              <a:solidFill>
                <a:srgbClr val="000000"/>
              </a:solidFill>
              <a:latin typeface="Arial"/>
              <a:ea typeface="Arial"/>
              <a:cs typeface="Arial"/>
              <a:sym typeface="Arial"/>
            </a:endParaRPr>
          </a:p>
          <a:p>
            <a:pPr indent="-317500" lvl="0" marL="457200" rtl="0" algn="l">
              <a:lnSpc>
                <a:spcPct val="115000"/>
              </a:lnSpc>
              <a:spcBef>
                <a:spcPts val="0"/>
              </a:spcBef>
              <a:spcAft>
                <a:spcPts val="0"/>
              </a:spcAft>
              <a:buClr>
                <a:srgbClr val="000000"/>
              </a:buClr>
              <a:buSzPts val="1400"/>
              <a:buFont typeface="Arial"/>
              <a:buChar char="●"/>
            </a:pPr>
            <a:r>
              <a:rPr lang="en">
                <a:solidFill>
                  <a:srgbClr val="000000"/>
                </a:solidFill>
                <a:latin typeface="Arial"/>
                <a:ea typeface="Arial"/>
                <a:cs typeface="Arial"/>
                <a:sym typeface="Arial"/>
              </a:rPr>
              <a:t>Filtered invalid records such as cancelled flights and invalid departure hours.</a:t>
            </a:r>
            <a:endParaRPr>
              <a:solidFill>
                <a:srgbClr val="000000"/>
              </a:solidFill>
              <a:latin typeface="Arial"/>
              <a:ea typeface="Arial"/>
              <a:cs typeface="Arial"/>
              <a:sym typeface="Arial"/>
            </a:endParaRPr>
          </a:p>
          <a:p>
            <a:pPr indent="-317500" lvl="0" marL="457200" rtl="0" algn="l">
              <a:lnSpc>
                <a:spcPct val="115000"/>
              </a:lnSpc>
              <a:spcBef>
                <a:spcPts val="0"/>
              </a:spcBef>
              <a:spcAft>
                <a:spcPts val="0"/>
              </a:spcAft>
              <a:buClr>
                <a:srgbClr val="000000"/>
              </a:buClr>
              <a:buSzPts val="1400"/>
              <a:buFont typeface="Arial"/>
              <a:buChar char="●"/>
            </a:pPr>
            <a:r>
              <a:rPr lang="en">
                <a:solidFill>
                  <a:srgbClr val="000000"/>
                </a:solidFill>
                <a:latin typeface="Arial"/>
                <a:ea typeface="Arial"/>
                <a:cs typeface="Arial"/>
                <a:sym typeface="Arial"/>
              </a:rPr>
              <a:t>Replaced missing delay and delay-cause values with 0.</a:t>
            </a:r>
            <a:endParaRPr>
              <a:solidFill>
                <a:srgbClr val="000000"/>
              </a:solidFill>
              <a:latin typeface="Arial"/>
              <a:ea typeface="Arial"/>
              <a:cs typeface="Arial"/>
              <a:sym typeface="Arial"/>
            </a:endParaRPr>
          </a:p>
          <a:p>
            <a:pPr indent="-317500" lvl="0" marL="457200" rtl="0" algn="l">
              <a:lnSpc>
                <a:spcPct val="115000"/>
              </a:lnSpc>
              <a:spcBef>
                <a:spcPts val="0"/>
              </a:spcBef>
              <a:spcAft>
                <a:spcPts val="0"/>
              </a:spcAft>
              <a:buClr>
                <a:srgbClr val="000000"/>
              </a:buClr>
              <a:buSzPts val="1400"/>
              <a:buFont typeface="Arial"/>
              <a:buChar char="●"/>
            </a:pPr>
            <a:r>
              <a:rPr lang="en">
                <a:solidFill>
                  <a:srgbClr val="000000"/>
                </a:solidFill>
                <a:latin typeface="Arial"/>
                <a:ea typeface="Arial"/>
                <a:cs typeface="Arial"/>
                <a:sym typeface="Arial"/>
              </a:rPr>
              <a:t>Added new features to the data:</a:t>
            </a:r>
            <a:endParaRPr>
              <a:solidFill>
                <a:srgbClr val="000000"/>
              </a:solidFill>
              <a:latin typeface="Arial"/>
              <a:ea typeface="Arial"/>
              <a:cs typeface="Arial"/>
              <a:sym typeface="Arial"/>
            </a:endParaRPr>
          </a:p>
          <a:p>
            <a:pPr indent="0" lvl="0" marL="0" rtl="0" algn="l">
              <a:lnSpc>
                <a:spcPct val="115000"/>
              </a:lnSpc>
              <a:spcBef>
                <a:spcPts val="0"/>
              </a:spcBef>
              <a:spcAft>
                <a:spcPts val="0"/>
              </a:spcAft>
              <a:buNone/>
            </a:pPr>
            <a:r>
              <a:rPr lang="en">
                <a:solidFill>
                  <a:srgbClr val="000000"/>
                </a:solidFill>
                <a:latin typeface="Arial"/>
                <a:ea typeface="Arial"/>
                <a:cs typeface="Arial"/>
                <a:sym typeface="Arial"/>
              </a:rPr>
              <a:t>  		</a:t>
            </a:r>
            <a:r>
              <a:rPr b="1" lang="en">
                <a:solidFill>
                  <a:srgbClr val="000000"/>
                </a:solidFill>
                <a:latin typeface="Arial"/>
                <a:ea typeface="Arial"/>
                <a:cs typeface="Arial"/>
                <a:sym typeface="Arial"/>
              </a:rPr>
              <a:t>is_weekend:</a:t>
            </a:r>
            <a:r>
              <a:rPr lang="en">
                <a:solidFill>
                  <a:srgbClr val="000000"/>
                </a:solidFill>
                <a:latin typeface="Arial"/>
                <a:ea typeface="Arial"/>
                <a:cs typeface="Arial"/>
                <a:sym typeface="Arial"/>
              </a:rPr>
              <a:t> 1 if Saturday/Sunday, otherwise 0</a:t>
            </a:r>
            <a:endParaRPr>
              <a:solidFill>
                <a:srgbClr val="000000"/>
              </a:solidFill>
              <a:latin typeface="Arial"/>
              <a:ea typeface="Arial"/>
              <a:cs typeface="Arial"/>
              <a:sym typeface="Arial"/>
            </a:endParaRPr>
          </a:p>
          <a:p>
            <a:pPr indent="0" lvl="0" marL="0" rtl="0" algn="l">
              <a:lnSpc>
                <a:spcPct val="115000"/>
              </a:lnSpc>
              <a:spcBef>
                <a:spcPts val="0"/>
              </a:spcBef>
              <a:spcAft>
                <a:spcPts val="0"/>
              </a:spcAft>
              <a:buNone/>
            </a:pPr>
            <a:r>
              <a:rPr lang="en">
                <a:solidFill>
                  <a:srgbClr val="000000"/>
                </a:solidFill>
                <a:latin typeface="Arial"/>
                <a:ea typeface="Arial"/>
                <a:cs typeface="Arial"/>
                <a:sym typeface="Arial"/>
              </a:rPr>
              <a:t>  		</a:t>
            </a:r>
            <a:r>
              <a:rPr b="1" lang="en">
                <a:solidFill>
                  <a:srgbClr val="000000"/>
                </a:solidFill>
                <a:latin typeface="Arial"/>
                <a:ea typeface="Arial"/>
                <a:cs typeface="Arial"/>
                <a:sym typeface="Arial"/>
              </a:rPr>
              <a:t>dep_period:</a:t>
            </a:r>
            <a:r>
              <a:rPr lang="en">
                <a:solidFill>
                  <a:srgbClr val="000000"/>
                </a:solidFill>
                <a:latin typeface="Arial"/>
                <a:ea typeface="Arial"/>
                <a:cs typeface="Arial"/>
                <a:sym typeface="Arial"/>
              </a:rPr>
              <a:t> Morning / Afternoon / Evening / Night based on departure hour</a:t>
            </a:r>
            <a:endParaRPr>
              <a:solidFill>
                <a:srgbClr val="000000"/>
              </a:solidFill>
              <a:latin typeface="Arial"/>
              <a:ea typeface="Arial"/>
              <a:cs typeface="Arial"/>
              <a:sym typeface="Arial"/>
            </a:endParaRPr>
          </a:p>
          <a:p>
            <a:pPr indent="0" lvl="0" marL="0" rtl="0" algn="l">
              <a:lnSpc>
                <a:spcPct val="115000"/>
              </a:lnSpc>
              <a:spcBef>
                <a:spcPts val="0"/>
              </a:spcBef>
              <a:spcAft>
                <a:spcPts val="0"/>
              </a:spcAft>
              <a:buNone/>
            </a:pPr>
            <a:r>
              <a:rPr lang="en">
                <a:solidFill>
                  <a:srgbClr val="000000"/>
                </a:solidFill>
                <a:latin typeface="Arial"/>
                <a:ea typeface="Arial"/>
                <a:cs typeface="Arial"/>
                <a:sym typeface="Arial"/>
              </a:rPr>
              <a:t>  		</a:t>
            </a:r>
            <a:r>
              <a:rPr b="1" lang="en">
                <a:solidFill>
                  <a:srgbClr val="000000"/>
                </a:solidFill>
                <a:latin typeface="Arial"/>
                <a:ea typeface="Arial"/>
                <a:cs typeface="Arial"/>
                <a:sym typeface="Arial"/>
              </a:rPr>
              <a:t>is_long_flight:</a:t>
            </a:r>
            <a:r>
              <a:rPr lang="en">
                <a:solidFill>
                  <a:srgbClr val="000000"/>
                </a:solidFill>
                <a:latin typeface="Arial"/>
                <a:ea typeface="Arial"/>
                <a:cs typeface="Arial"/>
                <a:sym typeface="Arial"/>
              </a:rPr>
              <a:t> 1 if distance ≥ 1500 miles, otherwise 0</a:t>
            </a:r>
            <a:endParaRPr>
              <a:solidFill>
                <a:srgbClr val="000000"/>
              </a:solidFill>
              <a:latin typeface="Arial"/>
              <a:ea typeface="Arial"/>
              <a:cs typeface="Arial"/>
              <a:sym typeface="Arial"/>
            </a:endParaRPr>
          </a:p>
          <a:p>
            <a:pPr indent="0" lvl="0" marL="0" rtl="0" algn="l">
              <a:spcBef>
                <a:spcPts val="0"/>
              </a:spcBef>
              <a:spcAft>
                <a:spcPts val="0"/>
              </a:spcAft>
              <a:buNone/>
            </a:pPr>
            <a:r>
              <a:t/>
            </a:r>
            <a:endParaRPr/>
          </a:p>
        </p:txBody>
      </p:sp>
      <p:sp>
        <p:nvSpPr>
          <p:cNvPr id="277" name="Google Shape;277;g3dbc2c6dae2_1_0"/>
          <p:cNvSpPr txBox="1"/>
          <p:nvPr>
            <p:ph idx="2" type="body"/>
          </p:nvPr>
        </p:nvSpPr>
        <p:spPr>
          <a:xfrm>
            <a:off x="6232200" y="255150"/>
            <a:ext cx="2911800" cy="1096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g3dbc2c6dae2_1_0"/>
          <p:cNvSpPr txBox="1"/>
          <p:nvPr>
            <p:ph idx="3" type="body"/>
          </p:nvPr>
        </p:nvSpPr>
        <p:spPr>
          <a:xfrm>
            <a:off x="6232200" y="255150"/>
            <a:ext cx="2911800" cy="1096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g3dbc2c6dae2_1_0"/>
          <p:cNvSpPr txBox="1"/>
          <p:nvPr>
            <p:ph idx="4" type="body"/>
          </p:nvPr>
        </p:nvSpPr>
        <p:spPr>
          <a:xfrm>
            <a:off x="6232200" y="255150"/>
            <a:ext cx="2911800" cy="1096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80" name="Google Shape;280;g3dbc2c6dae2_1_0" title="截屏2026-05-04 10.15.23.png"/>
          <p:cNvPicPr preferRelativeResize="0"/>
          <p:nvPr/>
        </p:nvPicPr>
        <p:blipFill>
          <a:blip r:embed="rId3">
            <a:alphaModFix/>
          </a:blip>
          <a:stretch>
            <a:fillRect/>
          </a:stretch>
        </p:blipFill>
        <p:spPr>
          <a:xfrm>
            <a:off x="5855500" y="171225"/>
            <a:ext cx="3288500" cy="1515349"/>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g3dbc8acfd59_2_19"/>
          <p:cNvSpPr txBox="1"/>
          <p:nvPr>
            <p:ph type="title"/>
          </p:nvPr>
        </p:nvSpPr>
        <p:spPr>
          <a:xfrm>
            <a:off x="311700" y="587975"/>
            <a:ext cx="4594200" cy="891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900"/>
              <a:t>Handling Missing Values &amp; Data Preparation</a:t>
            </a:r>
            <a:endParaRPr sz="2900"/>
          </a:p>
        </p:txBody>
      </p:sp>
      <p:sp>
        <p:nvSpPr>
          <p:cNvPr id="286" name="Google Shape;286;g3dbc8acfd59_2_19"/>
          <p:cNvSpPr txBox="1"/>
          <p:nvPr>
            <p:ph idx="1" type="body"/>
          </p:nvPr>
        </p:nvSpPr>
        <p:spPr>
          <a:xfrm>
            <a:off x="311700" y="1836175"/>
            <a:ext cx="3610800" cy="24396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0"/>
              </a:spcAft>
              <a:buNone/>
            </a:pPr>
            <a:r>
              <a:rPr b="1" lang="en" sz="1300">
                <a:solidFill>
                  <a:srgbClr val="000000"/>
                </a:solidFill>
                <a:latin typeface="Arial"/>
                <a:ea typeface="Arial"/>
                <a:cs typeface="Arial"/>
                <a:sym typeface="Arial"/>
              </a:rPr>
              <a:t>What we did:</a:t>
            </a:r>
            <a:endParaRPr b="1" sz="1300">
              <a:solidFill>
                <a:srgbClr val="000000"/>
              </a:solidFill>
              <a:latin typeface="Arial"/>
              <a:ea typeface="Arial"/>
              <a:cs typeface="Arial"/>
              <a:sym typeface="Arial"/>
            </a:endParaRPr>
          </a:p>
          <a:p>
            <a:pPr indent="-298450" lvl="0" marL="457200" rtl="0" algn="l">
              <a:lnSpc>
                <a:spcPct val="115000"/>
              </a:lnSpc>
              <a:spcBef>
                <a:spcPts val="1200"/>
              </a:spcBef>
              <a:spcAft>
                <a:spcPts val="0"/>
              </a:spcAft>
              <a:buClr>
                <a:srgbClr val="000000"/>
              </a:buClr>
              <a:buSzPts val="1100"/>
              <a:buFont typeface="Arial"/>
              <a:buChar char="●"/>
            </a:pPr>
            <a:r>
              <a:rPr lang="en" sz="1100">
                <a:solidFill>
                  <a:srgbClr val="000000"/>
                </a:solidFill>
                <a:latin typeface="Arial"/>
                <a:ea typeface="Arial"/>
                <a:cs typeface="Arial"/>
                <a:sym typeface="Arial"/>
              </a:rPr>
              <a:t>Selected relevant features for analysis and modeling</a:t>
            </a:r>
            <a:endParaRPr sz="1100">
              <a:solidFill>
                <a:srgbClr val="000000"/>
              </a:solidFill>
              <a:latin typeface="Arial"/>
              <a:ea typeface="Arial"/>
              <a:cs typeface="Arial"/>
              <a:sym typeface="Arial"/>
            </a:endParaRPr>
          </a:p>
          <a:p>
            <a:pPr indent="-298450" lvl="0" marL="457200" rtl="0" algn="l">
              <a:lnSpc>
                <a:spcPct val="115000"/>
              </a:lnSpc>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Removed cancelled and invalid flight records</a:t>
            </a:r>
            <a:endParaRPr sz="1100">
              <a:solidFill>
                <a:srgbClr val="000000"/>
              </a:solidFill>
              <a:latin typeface="Arial"/>
              <a:ea typeface="Arial"/>
              <a:cs typeface="Arial"/>
              <a:sym typeface="Arial"/>
            </a:endParaRPr>
          </a:p>
          <a:p>
            <a:pPr indent="-298450" lvl="0" marL="457200" rtl="0" algn="l">
              <a:lnSpc>
                <a:spcPct val="115000"/>
              </a:lnSpc>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Applied </a:t>
            </a:r>
            <a:r>
              <a:rPr lang="en" sz="1100">
                <a:solidFill>
                  <a:srgbClr val="188038"/>
                </a:solidFill>
                <a:latin typeface="Roboto Mono"/>
                <a:ea typeface="Roboto Mono"/>
                <a:cs typeface="Roboto Mono"/>
                <a:sym typeface="Roboto Mono"/>
              </a:rPr>
              <a:t>.dropna()</a:t>
            </a:r>
            <a:r>
              <a:rPr lang="en" sz="1100">
                <a:solidFill>
                  <a:srgbClr val="000000"/>
                </a:solidFill>
                <a:latin typeface="Arial"/>
                <a:ea typeface="Arial"/>
                <a:cs typeface="Arial"/>
                <a:sym typeface="Arial"/>
              </a:rPr>
              <a:t> to remove rows with missing critical values</a:t>
            </a:r>
            <a:endParaRPr sz="1100">
              <a:solidFill>
                <a:srgbClr val="000000"/>
              </a:solidFill>
              <a:latin typeface="Arial"/>
              <a:ea typeface="Arial"/>
              <a:cs typeface="Arial"/>
              <a:sym typeface="Arial"/>
            </a:endParaRPr>
          </a:p>
          <a:p>
            <a:pPr indent="-298450" lvl="0" marL="457200" rtl="0" algn="l">
              <a:lnSpc>
                <a:spcPct val="115000"/>
              </a:lnSpc>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Replaced missing delay-related fields with 0 where appropriate</a:t>
            </a:r>
            <a:endParaRPr sz="1100">
              <a:solidFill>
                <a:srgbClr val="000000"/>
              </a:solidFill>
              <a:latin typeface="Arial"/>
              <a:ea typeface="Arial"/>
              <a:cs typeface="Arial"/>
              <a:sym typeface="Arial"/>
            </a:endParaRPr>
          </a:p>
          <a:p>
            <a:pPr indent="-298450" lvl="0" marL="457200" rtl="0" algn="l">
              <a:lnSpc>
                <a:spcPct val="115000"/>
              </a:lnSpc>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Ensured all features are clean and consistent before modeling</a:t>
            </a:r>
            <a:endParaRPr sz="1100">
              <a:solidFill>
                <a:srgbClr val="000000"/>
              </a:solidFill>
              <a:latin typeface="Arial"/>
              <a:ea typeface="Arial"/>
              <a:cs typeface="Arial"/>
              <a:sym typeface="Arial"/>
            </a:endParaRPr>
          </a:p>
          <a:p>
            <a:pPr indent="0" lvl="0" marL="0" rtl="0" algn="l">
              <a:spcBef>
                <a:spcPts val="1200"/>
              </a:spcBef>
              <a:spcAft>
                <a:spcPts val="0"/>
              </a:spcAft>
              <a:buNone/>
            </a:pPr>
            <a:r>
              <a:t/>
            </a:r>
            <a:endParaRPr sz="1100">
              <a:solidFill>
                <a:srgbClr val="000000"/>
              </a:solidFill>
              <a:latin typeface="Arial"/>
              <a:ea typeface="Arial"/>
              <a:cs typeface="Arial"/>
              <a:sym typeface="Arial"/>
            </a:endParaRPr>
          </a:p>
          <a:p>
            <a:pPr indent="0" lvl="0" marL="0" rtl="0" algn="l">
              <a:spcBef>
                <a:spcPts val="0"/>
              </a:spcBef>
              <a:spcAft>
                <a:spcPts val="0"/>
              </a:spcAft>
              <a:buNone/>
            </a:pPr>
            <a:r>
              <a:t/>
            </a:r>
            <a:endParaRPr sz="1100">
              <a:solidFill>
                <a:srgbClr val="000000"/>
              </a:solidFill>
              <a:latin typeface="Arial"/>
              <a:ea typeface="Arial"/>
              <a:cs typeface="Arial"/>
              <a:sym typeface="Arial"/>
            </a:endParaRPr>
          </a:p>
        </p:txBody>
      </p:sp>
      <p:sp>
        <p:nvSpPr>
          <p:cNvPr id="287" name="Google Shape;287;g3dbc8acfd59_2_19"/>
          <p:cNvSpPr txBox="1"/>
          <p:nvPr>
            <p:ph idx="2" type="body"/>
          </p:nvPr>
        </p:nvSpPr>
        <p:spPr>
          <a:xfrm>
            <a:off x="5824575" y="683050"/>
            <a:ext cx="2911800" cy="1096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g3dbc8acfd59_2_19"/>
          <p:cNvSpPr txBox="1"/>
          <p:nvPr>
            <p:ph idx="3" type="body"/>
          </p:nvPr>
        </p:nvSpPr>
        <p:spPr>
          <a:xfrm>
            <a:off x="5824575" y="1931875"/>
            <a:ext cx="2911800" cy="1096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g3dbc8acfd59_2_19"/>
          <p:cNvSpPr txBox="1"/>
          <p:nvPr>
            <p:ph idx="4" type="body"/>
          </p:nvPr>
        </p:nvSpPr>
        <p:spPr>
          <a:xfrm>
            <a:off x="5824575" y="3180700"/>
            <a:ext cx="2911800" cy="1096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90" name="Google Shape;290;g3dbc8acfd59_2_19" title="截屏2026-05-03 21.07.36.png"/>
          <p:cNvPicPr preferRelativeResize="0"/>
          <p:nvPr/>
        </p:nvPicPr>
        <p:blipFill>
          <a:blip r:embed="rId3">
            <a:alphaModFix/>
          </a:blip>
          <a:stretch>
            <a:fillRect/>
          </a:stretch>
        </p:blipFill>
        <p:spPr>
          <a:xfrm>
            <a:off x="5218750" y="3301550"/>
            <a:ext cx="3311063" cy="1500675"/>
          </a:xfrm>
          <a:prstGeom prst="rect">
            <a:avLst/>
          </a:prstGeom>
          <a:noFill/>
          <a:ln>
            <a:noFill/>
          </a:ln>
        </p:spPr>
      </p:pic>
      <p:pic>
        <p:nvPicPr>
          <p:cNvPr id="291" name="Google Shape;291;g3dbc8acfd59_2_19" title="截屏2026-05-04 10.10.30.png"/>
          <p:cNvPicPr preferRelativeResize="0"/>
          <p:nvPr/>
        </p:nvPicPr>
        <p:blipFill>
          <a:blip r:embed="rId4">
            <a:alphaModFix/>
          </a:blip>
          <a:stretch>
            <a:fillRect/>
          </a:stretch>
        </p:blipFill>
        <p:spPr>
          <a:xfrm>
            <a:off x="4905906" y="382775"/>
            <a:ext cx="3625957" cy="1096800"/>
          </a:xfrm>
          <a:prstGeom prst="rect">
            <a:avLst/>
          </a:prstGeom>
          <a:noFill/>
          <a:ln>
            <a:noFill/>
          </a:ln>
        </p:spPr>
      </p:pic>
      <p:pic>
        <p:nvPicPr>
          <p:cNvPr id="292" name="Google Shape;292;g3dbc8acfd59_2_19" title="截屏2026-05-04 10.12.28.png"/>
          <p:cNvPicPr preferRelativeResize="0"/>
          <p:nvPr/>
        </p:nvPicPr>
        <p:blipFill>
          <a:blip r:embed="rId5">
            <a:alphaModFix/>
          </a:blip>
          <a:stretch>
            <a:fillRect/>
          </a:stretch>
        </p:blipFill>
        <p:spPr>
          <a:xfrm>
            <a:off x="4818988" y="1611988"/>
            <a:ext cx="3710837" cy="15571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g3dbc2c6dae2_1_8"/>
          <p:cNvSpPr txBox="1"/>
          <p:nvPr>
            <p:ph type="title"/>
          </p:nvPr>
        </p:nvSpPr>
        <p:spPr>
          <a:xfrm>
            <a:off x="231350" y="132900"/>
            <a:ext cx="4601700" cy="552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400"/>
              <a:t>Cleaned data table</a:t>
            </a:r>
            <a:endParaRPr sz="3400"/>
          </a:p>
        </p:txBody>
      </p:sp>
      <p:sp>
        <p:nvSpPr>
          <p:cNvPr id="298" name="Google Shape;298;g3dbc2c6dae2_1_8"/>
          <p:cNvSpPr txBox="1"/>
          <p:nvPr>
            <p:ph idx="1" type="body"/>
          </p:nvPr>
        </p:nvSpPr>
        <p:spPr>
          <a:xfrm>
            <a:off x="231350" y="685800"/>
            <a:ext cx="8424300" cy="901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solidFill>
                  <a:srgbClr val="000000"/>
                </a:solidFill>
                <a:latin typeface="Arial"/>
                <a:ea typeface="Arial"/>
                <a:cs typeface="Arial"/>
                <a:sym typeface="Arial"/>
              </a:rPr>
              <a:t>The cleaning process converted the raw BTS dataset into a reliable, structured dataset suitable for Spark SQL analysis, visualization, and machine learning prediction. The following table is the cleaned core columns, it include the data that we will use for the data analysis and predictive model.</a:t>
            </a:r>
            <a:endParaRPr>
              <a:solidFill>
                <a:srgbClr val="000000"/>
              </a:solidFill>
              <a:latin typeface="Arial"/>
              <a:ea typeface="Arial"/>
              <a:cs typeface="Arial"/>
              <a:sym typeface="Arial"/>
            </a:endParaRPr>
          </a:p>
          <a:p>
            <a:pPr indent="0" lvl="0" marL="0" rtl="0" algn="l">
              <a:spcBef>
                <a:spcPts val="0"/>
              </a:spcBef>
              <a:spcAft>
                <a:spcPts val="0"/>
              </a:spcAft>
              <a:buNone/>
            </a:pPr>
            <a:r>
              <a:t/>
            </a:r>
            <a:endParaRPr/>
          </a:p>
        </p:txBody>
      </p:sp>
      <p:pic>
        <p:nvPicPr>
          <p:cNvPr id="299" name="Google Shape;299;g3dbc2c6dae2_1_8" title="截屏2026-05-04 10.17.21.png"/>
          <p:cNvPicPr preferRelativeResize="0"/>
          <p:nvPr/>
        </p:nvPicPr>
        <p:blipFill>
          <a:blip r:embed="rId3">
            <a:alphaModFix/>
          </a:blip>
          <a:stretch>
            <a:fillRect/>
          </a:stretch>
        </p:blipFill>
        <p:spPr>
          <a:xfrm>
            <a:off x="320824" y="1511550"/>
            <a:ext cx="7493299" cy="1200100"/>
          </a:xfrm>
          <a:prstGeom prst="rect">
            <a:avLst/>
          </a:prstGeom>
          <a:noFill/>
          <a:ln>
            <a:noFill/>
          </a:ln>
        </p:spPr>
      </p:pic>
      <p:pic>
        <p:nvPicPr>
          <p:cNvPr id="300" name="Google Shape;300;g3dbc2c6dae2_1_8" title="截屏2026-05-04 10.18.18.png"/>
          <p:cNvPicPr preferRelativeResize="0"/>
          <p:nvPr/>
        </p:nvPicPr>
        <p:blipFill>
          <a:blip r:embed="rId4">
            <a:alphaModFix/>
          </a:blip>
          <a:stretch>
            <a:fillRect/>
          </a:stretch>
        </p:blipFill>
        <p:spPr>
          <a:xfrm>
            <a:off x="320849" y="2711650"/>
            <a:ext cx="8138404" cy="1200097"/>
          </a:xfrm>
          <a:prstGeom prst="rect">
            <a:avLst/>
          </a:prstGeom>
          <a:noFill/>
          <a:ln>
            <a:noFill/>
          </a:ln>
        </p:spPr>
      </p:pic>
      <p:pic>
        <p:nvPicPr>
          <p:cNvPr id="301" name="Google Shape;301;g3dbc2c6dae2_1_8" title="截屏2026-05-04 10.19.45.png"/>
          <p:cNvPicPr preferRelativeResize="0"/>
          <p:nvPr/>
        </p:nvPicPr>
        <p:blipFill>
          <a:blip r:embed="rId5">
            <a:alphaModFix/>
          </a:blip>
          <a:stretch>
            <a:fillRect/>
          </a:stretch>
        </p:blipFill>
        <p:spPr>
          <a:xfrm>
            <a:off x="320825" y="3911752"/>
            <a:ext cx="7418250" cy="111562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10"/>
          <p:cNvSpPr txBox="1"/>
          <p:nvPr>
            <p:ph type="title"/>
          </p:nvPr>
        </p:nvSpPr>
        <p:spPr>
          <a:xfrm>
            <a:off x="254650" y="302750"/>
            <a:ext cx="3610800" cy="1028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DATA ANALYSIS</a:t>
            </a:r>
            <a:endParaRPr/>
          </a:p>
        </p:txBody>
      </p:sp>
      <p:sp>
        <p:nvSpPr>
          <p:cNvPr id="307" name="Google Shape;307;p10"/>
          <p:cNvSpPr txBox="1"/>
          <p:nvPr>
            <p:ph idx="1" type="body"/>
          </p:nvPr>
        </p:nvSpPr>
        <p:spPr>
          <a:xfrm>
            <a:off x="254650" y="1551675"/>
            <a:ext cx="4660800" cy="28701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sz="1100">
                <a:solidFill>
                  <a:srgbClr val="000000"/>
                </a:solidFill>
                <a:latin typeface="Arial"/>
                <a:ea typeface="Arial"/>
                <a:cs typeface="Arial"/>
                <a:sym typeface="Arial"/>
              </a:rPr>
              <a:t>We analyzed flight delays from multiple perspectives:</a:t>
            </a:r>
            <a:endParaRPr sz="1100">
              <a:solidFill>
                <a:srgbClr val="000000"/>
              </a:solidFill>
              <a:latin typeface="Arial"/>
              <a:ea typeface="Arial"/>
              <a:cs typeface="Arial"/>
              <a:sym typeface="Arial"/>
            </a:endParaRPr>
          </a:p>
          <a:p>
            <a:pPr indent="-298450" lvl="0" marL="457200" rtl="0" algn="l">
              <a:lnSpc>
                <a:spcPct val="115000"/>
              </a:lnSpc>
              <a:spcBef>
                <a:spcPts val="1200"/>
              </a:spcBef>
              <a:spcAft>
                <a:spcPts val="0"/>
              </a:spcAft>
              <a:buClr>
                <a:srgbClr val="000000"/>
              </a:buClr>
              <a:buSzPts val="1100"/>
              <a:buFont typeface="Arial"/>
              <a:buChar char="●"/>
            </a:pPr>
            <a:r>
              <a:rPr lang="en" sz="1100">
                <a:solidFill>
                  <a:srgbClr val="000000"/>
                </a:solidFill>
                <a:latin typeface="Arial"/>
                <a:ea typeface="Arial"/>
                <a:cs typeface="Arial"/>
                <a:sym typeface="Arial"/>
              </a:rPr>
              <a:t>Airline performance</a:t>
            </a:r>
            <a:endParaRPr sz="1100">
              <a:solidFill>
                <a:srgbClr val="000000"/>
              </a:solidFill>
              <a:latin typeface="Arial"/>
              <a:ea typeface="Arial"/>
              <a:cs typeface="Arial"/>
              <a:sym typeface="Arial"/>
            </a:endParaRPr>
          </a:p>
          <a:p>
            <a:pPr indent="-298450" lvl="0" marL="457200" rtl="0" algn="l">
              <a:lnSpc>
                <a:spcPct val="115000"/>
              </a:lnSpc>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Airport congestion</a:t>
            </a:r>
            <a:endParaRPr sz="1100">
              <a:solidFill>
                <a:srgbClr val="000000"/>
              </a:solidFill>
              <a:latin typeface="Arial"/>
              <a:ea typeface="Arial"/>
              <a:cs typeface="Arial"/>
              <a:sym typeface="Arial"/>
            </a:endParaRPr>
          </a:p>
          <a:p>
            <a:pPr indent="-298450" lvl="0" marL="457200" rtl="0" algn="l">
              <a:lnSpc>
                <a:spcPct val="115000"/>
              </a:lnSpc>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Delay causes</a:t>
            </a:r>
            <a:endParaRPr sz="1100">
              <a:solidFill>
                <a:srgbClr val="000000"/>
              </a:solidFill>
              <a:latin typeface="Arial"/>
              <a:ea typeface="Arial"/>
              <a:cs typeface="Arial"/>
              <a:sym typeface="Arial"/>
            </a:endParaRPr>
          </a:p>
          <a:p>
            <a:pPr indent="-298450" lvl="0" marL="457200" rtl="0" algn="l">
              <a:lnSpc>
                <a:spcPct val="115000"/>
              </a:lnSpc>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Temporal patterns</a:t>
            </a:r>
            <a:endParaRPr sz="1100">
              <a:solidFill>
                <a:srgbClr val="000000"/>
              </a:solidFill>
              <a:latin typeface="Arial"/>
              <a:ea typeface="Arial"/>
              <a:cs typeface="Arial"/>
              <a:sym typeface="Arial"/>
            </a:endParaRPr>
          </a:p>
          <a:p>
            <a:pPr indent="-298450" lvl="0" marL="457200" rtl="0" algn="l">
              <a:lnSpc>
                <a:spcPct val="115000"/>
              </a:lnSpc>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Distance impact</a:t>
            </a:r>
            <a:endParaRPr sz="1100">
              <a:solidFill>
                <a:srgbClr val="000000"/>
              </a:solidFill>
              <a:latin typeface="Arial"/>
              <a:ea typeface="Arial"/>
              <a:cs typeface="Arial"/>
              <a:sym typeface="Arial"/>
            </a:endParaRPr>
          </a:p>
          <a:p>
            <a:pPr indent="0" lvl="0" marL="0" rtl="0" algn="l">
              <a:lnSpc>
                <a:spcPct val="115000"/>
              </a:lnSpc>
              <a:spcBef>
                <a:spcPts val="1400"/>
              </a:spcBef>
              <a:spcAft>
                <a:spcPts val="0"/>
              </a:spcAft>
              <a:buNone/>
            </a:pPr>
            <a:r>
              <a:rPr b="1" lang="en" sz="1300">
                <a:solidFill>
                  <a:srgbClr val="000000"/>
                </a:solidFill>
                <a:latin typeface="Arial"/>
                <a:ea typeface="Arial"/>
                <a:cs typeface="Arial"/>
                <a:sym typeface="Arial"/>
              </a:rPr>
              <a:t>Goal</a:t>
            </a:r>
            <a:endParaRPr b="1" sz="1300">
              <a:solidFill>
                <a:srgbClr val="000000"/>
              </a:solidFill>
              <a:latin typeface="Arial"/>
              <a:ea typeface="Arial"/>
              <a:cs typeface="Arial"/>
              <a:sym typeface="Arial"/>
            </a:endParaRPr>
          </a:p>
          <a:p>
            <a:pPr indent="-298450" lvl="0" marL="457200" rtl="0" algn="l">
              <a:lnSpc>
                <a:spcPct val="115000"/>
              </a:lnSpc>
              <a:spcBef>
                <a:spcPts val="1200"/>
              </a:spcBef>
              <a:spcAft>
                <a:spcPts val="0"/>
              </a:spcAft>
              <a:buClr>
                <a:srgbClr val="000000"/>
              </a:buClr>
              <a:buSzPts val="1100"/>
              <a:buFont typeface="Arial"/>
              <a:buChar char="●"/>
            </a:pPr>
            <a:r>
              <a:rPr lang="en" sz="1100">
                <a:solidFill>
                  <a:srgbClr val="000000"/>
                </a:solidFill>
                <a:latin typeface="Arial"/>
                <a:ea typeface="Arial"/>
                <a:cs typeface="Arial"/>
                <a:sym typeface="Arial"/>
              </a:rPr>
              <a:t>Understand the key factors influencing flight delays</a:t>
            </a:r>
            <a:endParaRPr sz="1100">
              <a:solidFill>
                <a:srgbClr val="000000"/>
              </a:solidFill>
              <a:latin typeface="Arial"/>
              <a:ea typeface="Arial"/>
              <a:cs typeface="Arial"/>
              <a:sym typeface="Arial"/>
            </a:endParaRPr>
          </a:p>
          <a:p>
            <a:pPr indent="-298450" lvl="0" marL="457200" rtl="0" algn="l">
              <a:lnSpc>
                <a:spcPct val="115000"/>
              </a:lnSpc>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Identify patterns across airlines, airports, and time</a:t>
            </a:r>
            <a:endParaRPr sz="1100">
              <a:solidFill>
                <a:srgbClr val="000000"/>
              </a:solidFill>
              <a:latin typeface="Arial"/>
              <a:ea typeface="Arial"/>
              <a:cs typeface="Arial"/>
              <a:sym typeface="Arial"/>
            </a:endParaRPr>
          </a:p>
          <a:p>
            <a:pPr indent="-298450" lvl="0" marL="457200" rtl="0" algn="l">
              <a:lnSpc>
                <a:spcPct val="115000"/>
              </a:lnSpc>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Analyze how different variables contribute to delays</a:t>
            </a:r>
            <a:endParaRPr sz="1100">
              <a:solidFill>
                <a:srgbClr val="000000"/>
              </a:solidFill>
              <a:latin typeface="Arial"/>
              <a:ea typeface="Arial"/>
              <a:cs typeface="Arial"/>
              <a:sym typeface="Arial"/>
            </a:endParaRPr>
          </a:p>
          <a:p>
            <a:pPr indent="0" lvl="0" marL="0" rtl="0" algn="l">
              <a:lnSpc>
                <a:spcPct val="115000"/>
              </a:lnSpc>
              <a:spcBef>
                <a:spcPts val="1200"/>
              </a:spcBef>
              <a:spcAft>
                <a:spcPts val="0"/>
              </a:spcAft>
              <a:buNone/>
            </a:pPr>
            <a:r>
              <a:t/>
            </a:r>
            <a:endParaRPr sz="1000">
              <a:solidFill>
                <a:schemeClr val="dk2"/>
              </a:solidFill>
            </a:endParaRPr>
          </a:p>
          <a:p>
            <a:pPr indent="0" lvl="0" marL="0" rtl="0" algn="l">
              <a:lnSpc>
                <a:spcPct val="115000"/>
              </a:lnSpc>
              <a:spcBef>
                <a:spcPts val="1200"/>
              </a:spcBef>
              <a:spcAft>
                <a:spcPts val="0"/>
              </a:spcAft>
              <a:buNone/>
            </a:pPr>
            <a:r>
              <a:t/>
            </a:r>
            <a:endParaRPr sz="1100">
              <a:solidFill>
                <a:srgbClr val="000000"/>
              </a:solidFill>
              <a:latin typeface="Arial"/>
              <a:ea typeface="Arial"/>
              <a:cs typeface="Arial"/>
              <a:sym typeface="Arial"/>
            </a:endParaRPr>
          </a:p>
          <a:p>
            <a:pPr indent="0" lvl="0" marL="0" rtl="0" algn="l">
              <a:spcBef>
                <a:spcPts val="1200"/>
              </a:spcBef>
              <a:spcAft>
                <a:spcPts val="0"/>
              </a:spcAft>
              <a:buNone/>
            </a:pPr>
            <a:r>
              <a:t/>
            </a:r>
            <a:endParaRPr/>
          </a:p>
        </p:txBody>
      </p:sp>
      <p:sp>
        <p:nvSpPr>
          <p:cNvPr id="308" name="Google Shape;308;p10"/>
          <p:cNvSpPr txBox="1"/>
          <p:nvPr>
            <p:ph idx="2" type="body"/>
          </p:nvPr>
        </p:nvSpPr>
        <p:spPr>
          <a:xfrm>
            <a:off x="4734675" y="399325"/>
            <a:ext cx="4164300" cy="1597200"/>
          </a:xfrm>
          <a:prstGeom prst="rect">
            <a:avLst/>
          </a:prstGeom>
        </p:spPr>
        <p:txBody>
          <a:bodyPr anchorCtr="0" anchor="ctr" bIns="91425" lIns="91425" spcFirstLastPara="1" rIns="91425" wrap="square" tIns="91425">
            <a:noAutofit/>
          </a:bodyPr>
          <a:lstStyle/>
          <a:p>
            <a:pPr indent="0" lvl="0" marL="0" rtl="0" algn="l">
              <a:spcBef>
                <a:spcPts val="1400"/>
              </a:spcBef>
              <a:spcAft>
                <a:spcPts val="0"/>
              </a:spcAft>
              <a:buNone/>
            </a:pPr>
            <a:r>
              <a:rPr b="1" lang="en" sz="1300">
                <a:solidFill>
                  <a:srgbClr val="000000"/>
                </a:solidFill>
                <a:latin typeface="Arial"/>
                <a:ea typeface="Arial"/>
                <a:cs typeface="Arial"/>
                <a:sym typeface="Arial"/>
              </a:rPr>
              <a:t>Tools Used</a:t>
            </a:r>
            <a:endParaRPr b="1" sz="13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b="1" lang="en" sz="1100">
                <a:solidFill>
                  <a:srgbClr val="000000"/>
                </a:solidFill>
                <a:latin typeface="Arial"/>
                <a:ea typeface="Arial"/>
                <a:cs typeface="Arial"/>
                <a:sym typeface="Arial"/>
              </a:rPr>
              <a:t>Spark SQL &amp; PySpark DataFrame</a:t>
            </a:r>
            <a:br>
              <a:rPr b="1" lang="en" sz="1100">
                <a:solidFill>
                  <a:srgbClr val="000000"/>
                </a:solidFill>
                <a:latin typeface="Arial"/>
                <a:ea typeface="Arial"/>
                <a:cs typeface="Arial"/>
                <a:sym typeface="Arial"/>
              </a:rPr>
            </a:br>
            <a:r>
              <a:rPr lang="en" sz="1100">
                <a:solidFill>
                  <a:srgbClr val="000000"/>
                </a:solidFill>
                <a:latin typeface="Arial"/>
                <a:ea typeface="Arial"/>
                <a:cs typeface="Arial"/>
                <a:sym typeface="Arial"/>
              </a:rPr>
              <a:t> → Scalable processing of large-scale flight data</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b="1" lang="en" sz="1100">
                <a:solidFill>
                  <a:srgbClr val="000000"/>
                </a:solidFill>
                <a:latin typeface="Arial"/>
                <a:ea typeface="Arial"/>
                <a:cs typeface="Arial"/>
                <a:sym typeface="Arial"/>
              </a:rPr>
              <a:t>Matplotlib</a:t>
            </a:r>
            <a:br>
              <a:rPr b="1" lang="en" sz="1100">
                <a:solidFill>
                  <a:srgbClr val="000000"/>
                </a:solidFill>
                <a:latin typeface="Arial"/>
                <a:ea typeface="Arial"/>
                <a:cs typeface="Arial"/>
                <a:sym typeface="Arial"/>
              </a:rPr>
            </a:br>
            <a:r>
              <a:rPr lang="en" sz="1100">
                <a:solidFill>
                  <a:srgbClr val="000000"/>
                </a:solidFill>
                <a:latin typeface="Arial"/>
                <a:ea typeface="Arial"/>
                <a:cs typeface="Arial"/>
                <a:sym typeface="Arial"/>
              </a:rPr>
              <a:t> → Visualization of aggregated patterns</a:t>
            </a:r>
            <a:endParaRPr b="1" sz="1100">
              <a:solidFill>
                <a:srgbClr val="000000"/>
              </a:solidFill>
              <a:latin typeface="Arial"/>
              <a:ea typeface="Arial"/>
              <a:cs typeface="Arial"/>
              <a:sym typeface="Arial"/>
            </a:endParaRPr>
          </a:p>
          <a:p>
            <a:pPr indent="0" lvl="0" marL="0" rtl="0" algn="l">
              <a:spcBef>
                <a:spcPts val="1200"/>
              </a:spcBef>
              <a:spcAft>
                <a:spcPts val="0"/>
              </a:spcAft>
              <a:buNone/>
            </a:pPr>
            <a:r>
              <a:t/>
            </a:r>
            <a:endParaRPr/>
          </a:p>
        </p:txBody>
      </p:sp>
      <p:sp>
        <p:nvSpPr>
          <p:cNvPr id="309" name="Google Shape;309;p10"/>
          <p:cNvSpPr txBox="1"/>
          <p:nvPr>
            <p:ph idx="3" type="body"/>
          </p:nvPr>
        </p:nvSpPr>
        <p:spPr>
          <a:xfrm>
            <a:off x="4687125" y="1910975"/>
            <a:ext cx="4296300" cy="3051900"/>
          </a:xfrm>
          <a:prstGeom prst="rect">
            <a:avLst/>
          </a:prstGeom>
        </p:spPr>
        <p:txBody>
          <a:bodyPr anchorCtr="0" anchor="ctr" bIns="91425" lIns="91425" spcFirstLastPara="1" rIns="91425" wrap="square" tIns="91425">
            <a:noAutofit/>
          </a:bodyPr>
          <a:lstStyle/>
          <a:p>
            <a:pPr indent="0" lvl="0" marL="0" rtl="0" algn="l">
              <a:spcBef>
                <a:spcPts val="1400"/>
              </a:spcBef>
              <a:spcAft>
                <a:spcPts val="0"/>
              </a:spcAft>
              <a:buNone/>
            </a:pPr>
            <a:r>
              <a:rPr b="1" lang="en" sz="1300">
                <a:solidFill>
                  <a:srgbClr val="000000"/>
                </a:solidFill>
                <a:latin typeface="Arial"/>
                <a:ea typeface="Arial"/>
                <a:cs typeface="Arial"/>
                <a:sym typeface="Arial"/>
              </a:rPr>
              <a:t>Key Insights we get</a:t>
            </a:r>
            <a:endParaRPr b="1" sz="13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lang="en" sz="1100">
                <a:solidFill>
                  <a:srgbClr val="000000"/>
                </a:solidFill>
                <a:latin typeface="Arial"/>
                <a:ea typeface="Arial"/>
                <a:cs typeface="Arial"/>
                <a:sym typeface="Arial"/>
              </a:rPr>
              <a:t>Flight delays are influenced by </a:t>
            </a:r>
            <a:r>
              <a:rPr b="1" lang="en" sz="1100">
                <a:solidFill>
                  <a:srgbClr val="000000"/>
                </a:solidFill>
                <a:latin typeface="Arial"/>
                <a:ea typeface="Arial"/>
                <a:cs typeface="Arial"/>
                <a:sym typeface="Arial"/>
              </a:rPr>
              <a:t>multiple interacting factors</a:t>
            </a:r>
            <a:r>
              <a:rPr lang="en" sz="1100">
                <a:solidFill>
                  <a:srgbClr val="000000"/>
                </a:solidFill>
                <a:latin typeface="Arial"/>
                <a:ea typeface="Arial"/>
                <a:cs typeface="Arial"/>
                <a:sym typeface="Arial"/>
              </a:rPr>
              <a:t>, rather than a single cause</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Significant variation exists across airlines, reflecting differences in operational efficiency</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High-traffic airports tend to experience more delays due to congestion effects</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Delay frequency increases throughout the day, indicating accumulation of earlier disruptions</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Both </a:t>
            </a:r>
            <a:r>
              <a:rPr b="1" lang="en" sz="1100">
                <a:solidFill>
                  <a:srgbClr val="000000"/>
                </a:solidFill>
                <a:latin typeface="Arial"/>
                <a:ea typeface="Arial"/>
                <a:cs typeface="Arial"/>
                <a:sym typeface="Arial"/>
              </a:rPr>
              <a:t>internal factors (airline operations)</a:t>
            </a:r>
            <a:r>
              <a:rPr lang="en" sz="1100">
                <a:solidFill>
                  <a:srgbClr val="000000"/>
                </a:solidFill>
                <a:latin typeface="Arial"/>
                <a:ea typeface="Arial"/>
                <a:cs typeface="Arial"/>
                <a:sym typeface="Arial"/>
              </a:rPr>
              <a:t> and </a:t>
            </a:r>
            <a:r>
              <a:rPr b="1" lang="en" sz="1100">
                <a:solidFill>
                  <a:srgbClr val="000000"/>
                </a:solidFill>
                <a:latin typeface="Arial"/>
                <a:ea typeface="Arial"/>
                <a:cs typeface="Arial"/>
                <a:sym typeface="Arial"/>
              </a:rPr>
              <a:t>external factors (traffic, environment)</a:t>
            </a:r>
            <a:r>
              <a:rPr lang="en" sz="1100">
                <a:solidFill>
                  <a:srgbClr val="000000"/>
                </a:solidFill>
                <a:latin typeface="Arial"/>
                <a:ea typeface="Arial"/>
                <a:cs typeface="Arial"/>
                <a:sym typeface="Arial"/>
              </a:rPr>
              <a:t> contribute to delays</a:t>
            </a:r>
            <a:endParaRPr sz="1100">
              <a:solidFill>
                <a:srgbClr val="000000"/>
              </a:solidFill>
              <a:latin typeface="Arial"/>
              <a:ea typeface="Arial"/>
              <a:cs typeface="Arial"/>
              <a:sym typeface="Arial"/>
            </a:endParaRPr>
          </a:p>
          <a:p>
            <a:pPr indent="0" lvl="0" marL="0" rtl="0" algn="l">
              <a:spcBef>
                <a:spcPts val="1200"/>
              </a:spcBef>
              <a:spcAft>
                <a:spcPts val="0"/>
              </a:spcAft>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g3dbb17f97c8_0_3"/>
          <p:cNvSpPr txBox="1"/>
          <p:nvPr>
            <p:ph type="title"/>
          </p:nvPr>
        </p:nvSpPr>
        <p:spPr>
          <a:xfrm>
            <a:off x="226125" y="245480"/>
            <a:ext cx="84249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900"/>
              </a:spcBef>
              <a:spcAft>
                <a:spcPts val="0"/>
              </a:spcAft>
              <a:buNone/>
            </a:pPr>
            <a:r>
              <a:rPr lang="en" sz="1750">
                <a:solidFill>
                  <a:schemeClr val="dk1"/>
                </a:solidFill>
                <a:highlight>
                  <a:srgbClr val="FFFFFF"/>
                </a:highlight>
                <a:latin typeface="Arial"/>
                <a:ea typeface="Arial"/>
                <a:cs typeface="Arial"/>
                <a:sym typeface="Arial"/>
              </a:rPr>
              <a:t>Airline Performance Analysis</a:t>
            </a:r>
            <a:endParaRPr sz="1750">
              <a:solidFill>
                <a:schemeClr val="dk1"/>
              </a:solidFill>
              <a:highlight>
                <a:srgbClr val="FFFFFF"/>
              </a:highlight>
              <a:latin typeface="Arial"/>
              <a:ea typeface="Arial"/>
              <a:cs typeface="Arial"/>
              <a:sym typeface="Arial"/>
            </a:endParaRPr>
          </a:p>
          <a:p>
            <a:pPr indent="-298450" lvl="0" marL="457200" rtl="0" algn="l">
              <a:lnSpc>
                <a:spcPct val="115000"/>
              </a:lnSpc>
              <a:spcBef>
                <a:spcPts val="1200"/>
              </a:spcBef>
              <a:spcAft>
                <a:spcPts val="0"/>
              </a:spcAft>
              <a:buClr>
                <a:srgbClr val="000000"/>
              </a:buClr>
              <a:buSzPts val="1100"/>
              <a:buFont typeface="Arial"/>
              <a:buChar char="●"/>
            </a:pPr>
            <a:r>
              <a:rPr b="0" lang="en" sz="1100">
                <a:solidFill>
                  <a:srgbClr val="000000"/>
                </a:solidFill>
                <a:latin typeface="Arial"/>
                <a:ea typeface="Arial"/>
                <a:cs typeface="Arial"/>
                <a:sym typeface="Arial"/>
              </a:rPr>
              <a:t>What is the average delay time for each airline?</a:t>
            </a:r>
            <a:endParaRPr b="0" sz="1100">
              <a:solidFill>
                <a:srgbClr val="000000"/>
              </a:solidFill>
              <a:latin typeface="Arial"/>
              <a:ea typeface="Arial"/>
              <a:cs typeface="Arial"/>
              <a:sym typeface="Arial"/>
            </a:endParaRPr>
          </a:p>
          <a:p>
            <a:pPr indent="-298450" lvl="0" marL="457200" rtl="0" algn="l">
              <a:lnSpc>
                <a:spcPct val="115000"/>
              </a:lnSpc>
              <a:spcBef>
                <a:spcPts val="0"/>
              </a:spcBef>
              <a:spcAft>
                <a:spcPts val="0"/>
              </a:spcAft>
              <a:buClr>
                <a:srgbClr val="000000"/>
              </a:buClr>
              <a:buSzPts val="1100"/>
              <a:buFont typeface="Arial"/>
              <a:buChar char="●"/>
            </a:pPr>
            <a:r>
              <a:rPr b="0" lang="en" sz="1100">
                <a:solidFill>
                  <a:srgbClr val="000000"/>
                </a:solidFill>
                <a:latin typeface="Arial"/>
                <a:ea typeface="Arial"/>
                <a:cs typeface="Arial"/>
                <a:sym typeface="Arial"/>
              </a:rPr>
              <a:t>Which airlines have the highest delay times (Top 10)?</a:t>
            </a:r>
            <a:endParaRPr b="0" sz="1750">
              <a:solidFill>
                <a:srgbClr val="1F1F1F"/>
              </a:solidFill>
              <a:highlight>
                <a:srgbClr val="FFFFFF"/>
              </a:highlight>
              <a:latin typeface="Arial"/>
              <a:ea typeface="Arial"/>
              <a:cs typeface="Arial"/>
              <a:sym typeface="Arial"/>
            </a:endParaRPr>
          </a:p>
        </p:txBody>
      </p:sp>
      <p:pic>
        <p:nvPicPr>
          <p:cNvPr id="315" name="Google Shape;315;g3dbb17f97c8_0_3" title="截屏2026-05-03 02.40.21.png"/>
          <p:cNvPicPr preferRelativeResize="0"/>
          <p:nvPr/>
        </p:nvPicPr>
        <p:blipFill>
          <a:blip r:embed="rId3">
            <a:alphaModFix/>
          </a:blip>
          <a:stretch>
            <a:fillRect/>
          </a:stretch>
        </p:blipFill>
        <p:spPr>
          <a:xfrm>
            <a:off x="4975875" y="1206500"/>
            <a:ext cx="3240349" cy="2313651"/>
          </a:xfrm>
          <a:prstGeom prst="rect">
            <a:avLst/>
          </a:prstGeom>
          <a:noFill/>
          <a:ln>
            <a:noFill/>
          </a:ln>
        </p:spPr>
      </p:pic>
      <p:pic>
        <p:nvPicPr>
          <p:cNvPr id="316" name="Google Shape;316;g3dbb17f97c8_0_3" title="截屏2026-05-03 16.36.48.png"/>
          <p:cNvPicPr preferRelativeResize="0"/>
          <p:nvPr/>
        </p:nvPicPr>
        <p:blipFill>
          <a:blip r:embed="rId4">
            <a:alphaModFix/>
          </a:blip>
          <a:stretch>
            <a:fillRect/>
          </a:stretch>
        </p:blipFill>
        <p:spPr>
          <a:xfrm>
            <a:off x="1828825" y="1206488"/>
            <a:ext cx="2196187" cy="2101500"/>
          </a:xfrm>
          <a:prstGeom prst="rect">
            <a:avLst/>
          </a:prstGeom>
          <a:noFill/>
          <a:ln>
            <a:noFill/>
          </a:ln>
        </p:spPr>
      </p:pic>
      <p:sp>
        <p:nvSpPr>
          <p:cNvPr id="317" name="Google Shape;317;g3dbb17f97c8_0_3"/>
          <p:cNvSpPr txBox="1"/>
          <p:nvPr/>
        </p:nvSpPr>
        <p:spPr>
          <a:xfrm>
            <a:off x="478200" y="3351600"/>
            <a:ext cx="8187600" cy="1200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200">
                <a:solidFill>
                  <a:srgbClr val="333333"/>
                </a:solidFill>
                <a:latin typeface="Montserrat"/>
                <a:ea typeface="Montserrat"/>
                <a:cs typeface="Montserrat"/>
                <a:sym typeface="Montserrat"/>
              </a:rPr>
              <a:t>Key Finding:</a:t>
            </a:r>
            <a:endParaRPr b="1" sz="1200">
              <a:solidFill>
                <a:srgbClr val="333333"/>
              </a:solidFill>
              <a:latin typeface="Montserrat"/>
              <a:ea typeface="Montserrat"/>
              <a:cs typeface="Montserrat"/>
              <a:sym typeface="Montserrat"/>
            </a:endParaRPr>
          </a:p>
          <a:p>
            <a:pPr indent="0" lvl="0" marL="0" rtl="0" algn="l">
              <a:spcBef>
                <a:spcPts val="0"/>
              </a:spcBef>
              <a:spcAft>
                <a:spcPts val="0"/>
              </a:spcAft>
              <a:buNone/>
            </a:pPr>
            <a:r>
              <a:rPr lang="en" sz="1200">
                <a:solidFill>
                  <a:srgbClr val="333333"/>
                </a:solidFill>
                <a:latin typeface="Montserrat"/>
                <a:ea typeface="Montserrat"/>
                <a:cs typeface="Montserrat"/>
                <a:sym typeface="Montserrat"/>
              </a:rPr>
              <a:t>The average delay duration for the top 10 airlines is significantly higher, and there are substantial disparities in delay performance among these airline company. Some airlines are notably more prone to delays than others.</a:t>
            </a:r>
            <a:endParaRPr sz="1200">
              <a:solidFill>
                <a:srgbClr val="333333"/>
              </a:solidFill>
              <a:latin typeface="Montserrat"/>
              <a:ea typeface="Montserrat"/>
              <a:cs typeface="Montserrat"/>
              <a:sym typeface="Montserrat"/>
            </a:endParaRPr>
          </a:p>
          <a:p>
            <a:pPr indent="0" lvl="0" marL="0" rtl="0" algn="l">
              <a:spcBef>
                <a:spcPts val="0"/>
              </a:spcBef>
              <a:spcAft>
                <a:spcPts val="0"/>
              </a:spcAft>
              <a:buNone/>
            </a:pPr>
            <a:r>
              <a:t/>
            </a:r>
            <a:endParaRPr sz="1800">
              <a:solidFill>
                <a:srgbClr val="333333"/>
              </a:solidFill>
              <a:latin typeface="Montserrat"/>
              <a:ea typeface="Montserrat"/>
              <a:cs typeface="Montserrat"/>
              <a:sym typeface="Montserrat"/>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g3dbb17f97c8_0_62"/>
          <p:cNvSpPr txBox="1"/>
          <p:nvPr>
            <p:ph type="title"/>
          </p:nvPr>
        </p:nvSpPr>
        <p:spPr>
          <a:xfrm>
            <a:off x="263575" y="5"/>
            <a:ext cx="84249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900"/>
              </a:spcBef>
              <a:spcAft>
                <a:spcPts val="0"/>
              </a:spcAft>
              <a:buNone/>
            </a:pPr>
            <a:r>
              <a:rPr lang="en" sz="1750">
                <a:solidFill>
                  <a:schemeClr val="dk1"/>
                </a:solidFill>
                <a:highlight>
                  <a:srgbClr val="FFFFFF"/>
                </a:highlight>
                <a:latin typeface="Arial"/>
                <a:ea typeface="Arial"/>
                <a:cs typeface="Arial"/>
                <a:sym typeface="Arial"/>
              </a:rPr>
              <a:t>Airport Analysis</a:t>
            </a:r>
            <a:endParaRPr sz="1750">
              <a:solidFill>
                <a:schemeClr val="dk1"/>
              </a:solidFill>
              <a:highlight>
                <a:srgbClr val="FFFFFF"/>
              </a:highlight>
              <a:latin typeface="Arial"/>
              <a:ea typeface="Arial"/>
              <a:cs typeface="Arial"/>
              <a:sym typeface="Arial"/>
            </a:endParaRPr>
          </a:p>
          <a:p>
            <a:pPr indent="-298450" lvl="0" marL="457200" rtl="0" algn="l">
              <a:lnSpc>
                <a:spcPct val="115000"/>
              </a:lnSpc>
              <a:spcBef>
                <a:spcPts val="1200"/>
              </a:spcBef>
              <a:spcAft>
                <a:spcPts val="0"/>
              </a:spcAft>
              <a:buClr>
                <a:srgbClr val="000000"/>
              </a:buClr>
              <a:buSzPts val="1100"/>
              <a:buFont typeface="Arial"/>
              <a:buChar char="●"/>
            </a:pPr>
            <a:r>
              <a:rPr b="0" lang="en" sz="1100">
                <a:solidFill>
                  <a:srgbClr val="000000"/>
                </a:solidFill>
                <a:latin typeface="Arial"/>
                <a:ea typeface="Arial"/>
                <a:cs typeface="Arial"/>
                <a:sym typeface="Arial"/>
              </a:rPr>
              <a:t>Which airports experience the most delays (Top 10)?</a:t>
            </a:r>
            <a:endParaRPr b="0" sz="1100">
              <a:solidFill>
                <a:srgbClr val="000000"/>
              </a:solidFill>
              <a:latin typeface="Arial"/>
              <a:ea typeface="Arial"/>
              <a:cs typeface="Arial"/>
              <a:sym typeface="Arial"/>
            </a:endParaRPr>
          </a:p>
          <a:p>
            <a:pPr indent="-298450" lvl="0" marL="457200" rtl="0" algn="l">
              <a:lnSpc>
                <a:spcPct val="115000"/>
              </a:lnSpc>
              <a:spcBef>
                <a:spcPts val="0"/>
              </a:spcBef>
              <a:spcAft>
                <a:spcPts val="0"/>
              </a:spcAft>
              <a:buClr>
                <a:srgbClr val="000000"/>
              </a:buClr>
              <a:buSzPts val="1100"/>
              <a:buFont typeface="Arial"/>
              <a:buChar char="●"/>
            </a:pPr>
            <a:r>
              <a:rPr b="0" lang="en" sz="1100">
                <a:solidFill>
                  <a:srgbClr val="000000"/>
                </a:solidFill>
                <a:latin typeface="Arial"/>
                <a:ea typeface="Arial"/>
                <a:cs typeface="Arial"/>
                <a:sym typeface="Arial"/>
              </a:rPr>
              <a:t>Which airports have the highest flight volumes (Top 10)?</a:t>
            </a:r>
            <a:endParaRPr b="0" sz="1100">
              <a:solidFill>
                <a:srgbClr val="000000"/>
              </a:solidFill>
              <a:latin typeface="Arial"/>
              <a:ea typeface="Arial"/>
              <a:cs typeface="Arial"/>
              <a:sym typeface="Arial"/>
            </a:endParaRPr>
          </a:p>
        </p:txBody>
      </p:sp>
      <p:pic>
        <p:nvPicPr>
          <p:cNvPr id="323" name="Google Shape;323;g3dbb17f97c8_0_62" title="截屏2026-05-03 16.35.39.png"/>
          <p:cNvPicPr preferRelativeResize="0"/>
          <p:nvPr/>
        </p:nvPicPr>
        <p:blipFill>
          <a:blip r:embed="rId3">
            <a:alphaModFix/>
          </a:blip>
          <a:stretch>
            <a:fillRect/>
          </a:stretch>
        </p:blipFill>
        <p:spPr>
          <a:xfrm>
            <a:off x="2383028" y="1066675"/>
            <a:ext cx="2178421" cy="1731451"/>
          </a:xfrm>
          <a:prstGeom prst="rect">
            <a:avLst/>
          </a:prstGeom>
          <a:noFill/>
          <a:ln>
            <a:noFill/>
          </a:ln>
        </p:spPr>
      </p:pic>
      <p:pic>
        <p:nvPicPr>
          <p:cNvPr id="324" name="Google Shape;324;g3dbb17f97c8_0_62" title="截屏2026-05-03 16.35.53.png"/>
          <p:cNvPicPr preferRelativeResize="0"/>
          <p:nvPr/>
        </p:nvPicPr>
        <p:blipFill>
          <a:blip r:embed="rId4">
            <a:alphaModFix/>
          </a:blip>
          <a:stretch>
            <a:fillRect/>
          </a:stretch>
        </p:blipFill>
        <p:spPr>
          <a:xfrm>
            <a:off x="406400" y="1059725"/>
            <a:ext cx="1976624" cy="1731450"/>
          </a:xfrm>
          <a:prstGeom prst="rect">
            <a:avLst/>
          </a:prstGeom>
          <a:noFill/>
          <a:ln>
            <a:noFill/>
          </a:ln>
        </p:spPr>
      </p:pic>
      <p:pic>
        <p:nvPicPr>
          <p:cNvPr id="325" name="Google Shape;325;g3dbb17f97c8_0_62" title="截屏2026-05-03 17.55.52.png"/>
          <p:cNvPicPr preferRelativeResize="0"/>
          <p:nvPr/>
        </p:nvPicPr>
        <p:blipFill>
          <a:blip r:embed="rId5">
            <a:alphaModFix/>
          </a:blip>
          <a:stretch>
            <a:fillRect/>
          </a:stretch>
        </p:blipFill>
        <p:spPr>
          <a:xfrm>
            <a:off x="4982875" y="1059725"/>
            <a:ext cx="1574725" cy="1745350"/>
          </a:xfrm>
          <a:prstGeom prst="rect">
            <a:avLst/>
          </a:prstGeom>
          <a:noFill/>
          <a:ln>
            <a:noFill/>
          </a:ln>
        </p:spPr>
      </p:pic>
      <p:pic>
        <p:nvPicPr>
          <p:cNvPr id="326" name="Google Shape;326;g3dbb17f97c8_0_62" title="截屏2026-05-03 17.56.36.png"/>
          <p:cNvPicPr preferRelativeResize="0"/>
          <p:nvPr/>
        </p:nvPicPr>
        <p:blipFill>
          <a:blip r:embed="rId6">
            <a:alphaModFix/>
          </a:blip>
          <a:stretch>
            <a:fillRect/>
          </a:stretch>
        </p:blipFill>
        <p:spPr>
          <a:xfrm>
            <a:off x="6557602" y="1052775"/>
            <a:ext cx="2178424" cy="1745352"/>
          </a:xfrm>
          <a:prstGeom prst="rect">
            <a:avLst/>
          </a:prstGeom>
          <a:noFill/>
          <a:ln>
            <a:noFill/>
          </a:ln>
        </p:spPr>
      </p:pic>
      <p:sp>
        <p:nvSpPr>
          <p:cNvPr id="327" name="Google Shape;327;g3dbb17f97c8_0_62"/>
          <p:cNvSpPr txBox="1"/>
          <p:nvPr/>
        </p:nvSpPr>
        <p:spPr>
          <a:xfrm>
            <a:off x="417325" y="3156600"/>
            <a:ext cx="8318700" cy="1462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300">
                <a:solidFill>
                  <a:srgbClr val="333333"/>
                </a:solidFill>
                <a:latin typeface="Montserrat"/>
                <a:ea typeface="Montserrat"/>
                <a:cs typeface="Montserrat"/>
                <a:sym typeface="Montserrat"/>
              </a:rPr>
              <a:t>Key Finding:</a:t>
            </a:r>
            <a:endParaRPr b="1" sz="1300">
              <a:solidFill>
                <a:srgbClr val="333333"/>
              </a:solidFill>
              <a:latin typeface="Montserrat"/>
              <a:ea typeface="Montserrat"/>
              <a:cs typeface="Montserrat"/>
              <a:sym typeface="Montserrat"/>
            </a:endParaRPr>
          </a:p>
          <a:p>
            <a:pPr indent="0" lvl="0" marL="0" rtl="0" algn="l">
              <a:spcBef>
                <a:spcPts val="0"/>
              </a:spcBef>
              <a:spcAft>
                <a:spcPts val="0"/>
              </a:spcAft>
              <a:buNone/>
            </a:pPr>
            <a:r>
              <a:rPr lang="en" sz="1300">
                <a:solidFill>
                  <a:srgbClr val="333333"/>
                </a:solidFill>
                <a:latin typeface="Montserrat"/>
                <a:ea typeface="Montserrat"/>
                <a:cs typeface="Montserrat"/>
                <a:sym typeface="Montserrat"/>
              </a:rPr>
              <a:t>The airports with the most delayed flights are also among the busiest airports, including DEN, DFW, ATL, and ORD. Higher traffic volume generally leads to more congestion and delays, although airport-specific factors such as weather and operational efficiency also affect performance.</a:t>
            </a:r>
            <a:endParaRPr sz="1300">
              <a:solidFill>
                <a:srgbClr val="333333"/>
              </a:solidFill>
              <a:latin typeface="Montserrat"/>
              <a:ea typeface="Montserrat"/>
              <a:cs typeface="Montserrat"/>
              <a:sym typeface="Montserrat"/>
            </a:endParaRPr>
          </a:p>
          <a:p>
            <a:pPr indent="0" lvl="0" marL="0" rtl="0" algn="l">
              <a:spcBef>
                <a:spcPts val="0"/>
              </a:spcBef>
              <a:spcAft>
                <a:spcPts val="0"/>
              </a:spcAft>
              <a:buNone/>
            </a:pPr>
            <a:r>
              <a:t/>
            </a:r>
            <a:endParaRPr sz="1800">
              <a:solidFill>
                <a:srgbClr val="333333"/>
              </a:solidFill>
              <a:latin typeface="Montserrat"/>
              <a:ea typeface="Montserrat"/>
              <a:cs typeface="Montserrat"/>
              <a:sym typeface="Montserrat"/>
            </a:endParaRPr>
          </a:p>
        </p:txBody>
      </p:sp>
      <p:cxnSp>
        <p:nvCxnSpPr>
          <p:cNvPr id="328" name="Google Shape;328;g3dbb17f97c8_0_62"/>
          <p:cNvCxnSpPr/>
          <p:nvPr/>
        </p:nvCxnSpPr>
        <p:spPr>
          <a:xfrm>
            <a:off x="2802475" y="1252350"/>
            <a:ext cx="6300" cy="1409700"/>
          </a:xfrm>
          <a:prstGeom prst="straightConnector1">
            <a:avLst/>
          </a:prstGeom>
          <a:noFill/>
          <a:ln cap="flat" cmpd="sng" w="9525">
            <a:solidFill>
              <a:srgbClr val="FF0000"/>
            </a:solidFill>
            <a:prstDash val="solid"/>
            <a:round/>
            <a:headEnd len="med" w="med" type="none"/>
            <a:tailEnd len="med" w="med" type="none"/>
          </a:ln>
        </p:spPr>
      </p:cxnSp>
      <p:cxnSp>
        <p:nvCxnSpPr>
          <p:cNvPr id="329" name="Google Shape;329;g3dbb17f97c8_0_62"/>
          <p:cNvCxnSpPr/>
          <p:nvPr/>
        </p:nvCxnSpPr>
        <p:spPr>
          <a:xfrm flipH="1" rot="10800000">
            <a:off x="2802475" y="1251450"/>
            <a:ext cx="663300" cy="900"/>
          </a:xfrm>
          <a:prstGeom prst="straightConnector1">
            <a:avLst/>
          </a:prstGeom>
          <a:noFill/>
          <a:ln cap="flat" cmpd="sng" w="9525">
            <a:solidFill>
              <a:srgbClr val="FF0000"/>
            </a:solidFill>
            <a:prstDash val="solid"/>
            <a:round/>
            <a:headEnd len="med" w="med" type="none"/>
            <a:tailEnd len="med" w="med" type="none"/>
          </a:ln>
        </p:spPr>
      </p:cxnSp>
      <p:cxnSp>
        <p:nvCxnSpPr>
          <p:cNvPr id="330" name="Google Shape;330;g3dbb17f97c8_0_62"/>
          <p:cNvCxnSpPr/>
          <p:nvPr/>
        </p:nvCxnSpPr>
        <p:spPr>
          <a:xfrm>
            <a:off x="2808475" y="2664525"/>
            <a:ext cx="657300" cy="3300"/>
          </a:xfrm>
          <a:prstGeom prst="straightConnector1">
            <a:avLst/>
          </a:prstGeom>
          <a:noFill/>
          <a:ln cap="flat" cmpd="sng" w="9525">
            <a:solidFill>
              <a:srgbClr val="FF0000"/>
            </a:solidFill>
            <a:prstDash val="solid"/>
            <a:round/>
            <a:headEnd len="med" w="med" type="none"/>
            <a:tailEnd len="med" w="med" type="none"/>
          </a:ln>
        </p:spPr>
      </p:cxnSp>
      <p:cxnSp>
        <p:nvCxnSpPr>
          <p:cNvPr id="331" name="Google Shape;331;g3dbb17f97c8_0_62"/>
          <p:cNvCxnSpPr/>
          <p:nvPr/>
        </p:nvCxnSpPr>
        <p:spPr>
          <a:xfrm flipH="1">
            <a:off x="3468788" y="1252350"/>
            <a:ext cx="300" cy="1418400"/>
          </a:xfrm>
          <a:prstGeom prst="straightConnector1">
            <a:avLst/>
          </a:prstGeom>
          <a:noFill/>
          <a:ln cap="flat" cmpd="sng" w="9525">
            <a:solidFill>
              <a:srgbClr val="FF0000"/>
            </a:solidFill>
            <a:prstDash val="solid"/>
            <a:round/>
            <a:headEnd len="med" w="med" type="none"/>
            <a:tailEnd len="med" w="med" type="none"/>
          </a:ln>
        </p:spPr>
      </p:cxnSp>
      <p:cxnSp>
        <p:nvCxnSpPr>
          <p:cNvPr id="332" name="Google Shape;332;g3dbb17f97c8_0_62"/>
          <p:cNvCxnSpPr/>
          <p:nvPr/>
        </p:nvCxnSpPr>
        <p:spPr>
          <a:xfrm flipH="1">
            <a:off x="6979013" y="1252350"/>
            <a:ext cx="300" cy="1418400"/>
          </a:xfrm>
          <a:prstGeom prst="straightConnector1">
            <a:avLst/>
          </a:prstGeom>
          <a:noFill/>
          <a:ln cap="flat" cmpd="sng" w="9525">
            <a:solidFill>
              <a:srgbClr val="FF0000"/>
            </a:solidFill>
            <a:prstDash val="solid"/>
            <a:round/>
            <a:headEnd len="med" w="med" type="none"/>
            <a:tailEnd len="med" w="med" type="none"/>
          </a:ln>
        </p:spPr>
      </p:cxnSp>
      <p:cxnSp>
        <p:nvCxnSpPr>
          <p:cNvPr id="333" name="Google Shape;333;g3dbb17f97c8_0_62"/>
          <p:cNvCxnSpPr/>
          <p:nvPr/>
        </p:nvCxnSpPr>
        <p:spPr>
          <a:xfrm flipH="1">
            <a:off x="7615338" y="1252350"/>
            <a:ext cx="300" cy="1418400"/>
          </a:xfrm>
          <a:prstGeom prst="straightConnector1">
            <a:avLst/>
          </a:prstGeom>
          <a:noFill/>
          <a:ln cap="flat" cmpd="sng" w="9525">
            <a:solidFill>
              <a:srgbClr val="FF0000"/>
            </a:solidFill>
            <a:prstDash val="solid"/>
            <a:round/>
            <a:headEnd len="med" w="med" type="none"/>
            <a:tailEnd len="med" w="med" type="none"/>
          </a:ln>
        </p:spPr>
      </p:cxnSp>
      <p:cxnSp>
        <p:nvCxnSpPr>
          <p:cNvPr id="334" name="Google Shape;334;g3dbb17f97c8_0_62"/>
          <p:cNvCxnSpPr/>
          <p:nvPr/>
        </p:nvCxnSpPr>
        <p:spPr>
          <a:xfrm>
            <a:off x="6973000" y="2660650"/>
            <a:ext cx="642300" cy="7200"/>
          </a:xfrm>
          <a:prstGeom prst="straightConnector1">
            <a:avLst/>
          </a:prstGeom>
          <a:noFill/>
          <a:ln cap="flat" cmpd="sng" w="9525">
            <a:solidFill>
              <a:srgbClr val="FF0000"/>
            </a:solidFill>
            <a:prstDash val="solid"/>
            <a:round/>
            <a:headEnd len="med" w="med" type="none"/>
            <a:tailEnd len="med" w="med" type="none"/>
          </a:ln>
        </p:spPr>
      </p:cxnSp>
      <p:cxnSp>
        <p:nvCxnSpPr>
          <p:cNvPr id="335" name="Google Shape;335;g3dbb17f97c8_0_62"/>
          <p:cNvCxnSpPr/>
          <p:nvPr/>
        </p:nvCxnSpPr>
        <p:spPr>
          <a:xfrm>
            <a:off x="6979025" y="1250250"/>
            <a:ext cx="641700" cy="7200"/>
          </a:xfrm>
          <a:prstGeom prst="straightConnector1">
            <a:avLst/>
          </a:prstGeom>
          <a:noFill/>
          <a:ln cap="flat" cmpd="sng" w="9525">
            <a:solidFill>
              <a:srgbClr val="FF0000"/>
            </a:solidFill>
            <a:prstDash val="solid"/>
            <a:round/>
            <a:headEnd len="med" w="med" type="none"/>
            <a:tailEnd len="med" w="med" type="none"/>
          </a:ln>
        </p:spPr>
      </p:cxn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g3dbb17f97c8_0_83"/>
          <p:cNvSpPr txBox="1"/>
          <p:nvPr>
            <p:ph type="title"/>
          </p:nvPr>
        </p:nvSpPr>
        <p:spPr>
          <a:xfrm>
            <a:off x="311700" y="530680"/>
            <a:ext cx="84249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900"/>
              </a:spcBef>
              <a:spcAft>
                <a:spcPts val="0"/>
              </a:spcAft>
              <a:buNone/>
            </a:pPr>
            <a:r>
              <a:rPr lang="en" sz="1750">
                <a:solidFill>
                  <a:schemeClr val="dk1"/>
                </a:solidFill>
                <a:highlight>
                  <a:srgbClr val="FFFFFF"/>
                </a:highlight>
                <a:latin typeface="Arial"/>
                <a:ea typeface="Arial"/>
                <a:cs typeface="Arial"/>
                <a:sym typeface="Arial"/>
              </a:rPr>
              <a:t>Delay Cause Analysis</a:t>
            </a:r>
            <a:endParaRPr sz="1750">
              <a:solidFill>
                <a:schemeClr val="dk1"/>
              </a:solidFill>
              <a:highlight>
                <a:srgbClr val="FFFFFF"/>
              </a:highlight>
              <a:latin typeface="Arial"/>
              <a:ea typeface="Arial"/>
              <a:cs typeface="Arial"/>
              <a:sym typeface="Arial"/>
            </a:endParaRPr>
          </a:p>
          <a:p>
            <a:pPr indent="-298450" lvl="0" marL="457200" rtl="0" algn="l">
              <a:lnSpc>
                <a:spcPct val="115000"/>
              </a:lnSpc>
              <a:spcBef>
                <a:spcPts val="1200"/>
              </a:spcBef>
              <a:spcAft>
                <a:spcPts val="0"/>
              </a:spcAft>
              <a:buClr>
                <a:srgbClr val="000000"/>
              </a:buClr>
              <a:buSzPts val="1100"/>
              <a:buFont typeface="Arial"/>
              <a:buChar char="●"/>
            </a:pPr>
            <a:r>
              <a:rPr b="0" lang="en" sz="1100">
                <a:solidFill>
                  <a:srgbClr val="000000"/>
                </a:solidFill>
                <a:latin typeface="Arial"/>
                <a:ea typeface="Arial"/>
                <a:cs typeface="Arial"/>
                <a:sym typeface="Arial"/>
              </a:rPr>
              <a:t>What are the most common causes of delays?</a:t>
            </a:r>
            <a:endParaRPr b="0" sz="1100">
              <a:solidFill>
                <a:srgbClr val="000000"/>
              </a:solidFill>
              <a:latin typeface="Arial"/>
              <a:ea typeface="Arial"/>
              <a:cs typeface="Arial"/>
              <a:sym typeface="Arial"/>
            </a:endParaRPr>
          </a:p>
        </p:txBody>
      </p:sp>
      <p:pic>
        <p:nvPicPr>
          <p:cNvPr id="341" name="Google Shape;341;g3dbb17f97c8_0_83" title="截屏2026-05-03 16.38.01.png"/>
          <p:cNvPicPr preferRelativeResize="0"/>
          <p:nvPr/>
        </p:nvPicPr>
        <p:blipFill>
          <a:blip r:embed="rId3">
            <a:alphaModFix/>
          </a:blip>
          <a:stretch>
            <a:fillRect/>
          </a:stretch>
        </p:blipFill>
        <p:spPr>
          <a:xfrm>
            <a:off x="311700" y="1265010"/>
            <a:ext cx="4316075" cy="879550"/>
          </a:xfrm>
          <a:prstGeom prst="rect">
            <a:avLst/>
          </a:prstGeom>
          <a:noFill/>
          <a:ln>
            <a:noFill/>
          </a:ln>
        </p:spPr>
      </p:pic>
      <p:pic>
        <p:nvPicPr>
          <p:cNvPr id="342" name="Google Shape;342;g3dbb17f97c8_0_83" title="截屏2026-05-03 16.38.16.png"/>
          <p:cNvPicPr preferRelativeResize="0"/>
          <p:nvPr/>
        </p:nvPicPr>
        <p:blipFill rotWithShape="1">
          <a:blip r:embed="rId4">
            <a:alphaModFix/>
          </a:blip>
          <a:srcRect b="3222" l="4746" r="3988" t="3651"/>
          <a:stretch/>
        </p:blipFill>
        <p:spPr>
          <a:xfrm>
            <a:off x="1062425" y="2144550"/>
            <a:ext cx="2814626" cy="2428149"/>
          </a:xfrm>
          <a:prstGeom prst="rect">
            <a:avLst/>
          </a:prstGeom>
          <a:noFill/>
          <a:ln>
            <a:noFill/>
          </a:ln>
        </p:spPr>
      </p:pic>
      <p:sp>
        <p:nvSpPr>
          <p:cNvPr id="343" name="Google Shape;343;g3dbb17f97c8_0_83"/>
          <p:cNvSpPr txBox="1"/>
          <p:nvPr/>
        </p:nvSpPr>
        <p:spPr>
          <a:xfrm>
            <a:off x="4627775" y="2192875"/>
            <a:ext cx="4108800" cy="1462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300">
                <a:solidFill>
                  <a:srgbClr val="333333"/>
                </a:solidFill>
                <a:latin typeface="Montserrat"/>
                <a:ea typeface="Montserrat"/>
                <a:cs typeface="Montserrat"/>
                <a:sym typeface="Montserrat"/>
              </a:rPr>
              <a:t>Key Finding: </a:t>
            </a:r>
            <a:endParaRPr b="1" sz="1300">
              <a:solidFill>
                <a:srgbClr val="333333"/>
              </a:solidFill>
              <a:latin typeface="Montserrat"/>
              <a:ea typeface="Montserrat"/>
              <a:cs typeface="Montserrat"/>
              <a:sym typeface="Montserrat"/>
            </a:endParaRPr>
          </a:p>
          <a:p>
            <a:pPr indent="0" lvl="0" marL="0" rtl="0" algn="l">
              <a:spcBef>
                <a:spcPts val="0"/>
              </a:spcBef>
              <a:spcAft>
                <a:spcPts val="0"/>
              </a:spcAft>
              <a:buNone/>
            </a:pPr>
            <a:r>
              <a:rPr lang="en" sz="1300">
                <a:solidFill>
                  <a:srgbClr val="333333"/>
                </a:solidFill>
                <a:latin typeface="Montserrat"/>
                <a:ea typeface="Montserrat"/>
                <a:cs typeface="Montserrat"/>
                <a:sym typeface="Montserrat"/>
              </a:rPr>
              <a:t>Weather is not the biggest factor affecting the delays. Late aircraft arrivals are the primary driver of delays, showing that delay propagation is the major operational challenge for airlines.</a:t>
            </a:r>
            <a:r>
              <a:rPr lang="en" sz="1800">
                <a:solidFill>
                  <a:srgbClr val="333333"/>
                </a:solidFill>
                <a:latin typeface="Montserrat"/>
                <a:ea typeface="Montserrat"/>
                <a:cs typeface="Montserrat"/>
                <a:sym typeface="Montserrat"/>
              </a:rPr>
              <a:t> </a:t>
            </a:r>
            <a:endParaRPr sz="1800">
              <a:solidFill>
                <a:srgbClr val="333333"/>
              </a:solidFill>
              <a:latin typeface="Montserrat"/>
              <a:ea typeface="Montserrat"/>
              <a:cs typeface="Montserrat"/>
              <a:sym typeface="Montserrat"/>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g3dbb17f97c8_0_77"/>
          <p:cNvSpPr txBox="1"/>
          <p:nvPr>
            <p:ph type="title"/>
          </p:nvPr>
        </p:nvSpPr>
        <p:spPr>
          <a:xfrm>
            <a:off x="359550" y="64830"/>
            <a:ext cx="84249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900"/>
              </a:spcBef>
              <a:spcAft>
                <a:spcPts val="0"/>
              </a:spcAft>
              <a:buNone/>
            </a:pPr>
            <a:r>
              <a:rPr lang="en" sz="1750">
                <a:solidFill>
                  <a:schemeClr val="dk1"/>
                </a:solidFill>
                <a:highlight>
                  <a:srgbClr val="FFFFFF"/>
                </a:highlight>
                <a:latin typeface="Arial"/>
                <a:ea typeface="Arial"/>
                <a:cs typeface="Arial"/>
                <a:sym typeface="Arial"/>
              </a:rPr>
              <a:t>Temporal Analysis</a:t>
            </a:r>
            <a:endParaRPr sz="1750">
              <a:solidFill>
                <a:schemeClr val="dk1"/>
              </a:solidFill>
              <a:highlight>
                <a:srgbClr val="FFFFFF"/>
              </a:highlight>
              <a:latin typeface="Arial"/>
              <a:ea typeface="Arial"/>
              <a:cs typeface="Arial"/>
              <a:sym typeface="Arial"/>
            </a:endParaRPr>
          </a:p>
          <a:p>
            <a:pPr indent="-298450" lvl="0" marL="457200" rtl="0" algn="l">
              <a:lnSpc>
                <a:spcPct val="115000"/>
              </a:lnSpc>
              <a:spcBef>
                <a:spcPts val="1200"/>
              </a:spcBef>
              <a:spcAft>
                <a:spcPts val="0"/>
              </a:spcAft>
              <a:buClr>
                <a:srgbClr val="000000"/>
              </a:buClr>
              <a:buSzPts val="1100"/>
              <a:buFont typeface="Arial"/>
              <a:buChar char="●"/>
            </a:pPr>
            <a:r>
              <a:rPr b="0" lang="en" sz="1100">
                <a:solidFill>
                  <a:srgbClr val="000000"/>
                </a:solidFill>
                <a:latin typeface="Arial"/>
                <a:ea typeface="Arial"/>
                <a:cs typeface="Arial"/>
                <a:sym typeface="Arial"/>
              </a:rPr>
              <a:t>How do delays vary by day of the week?</a:t>
            </a:r>
            <a:endParaRPr b="0" sz="1100">
              <a:solidFill>
                <a:srgbClr val="000000"/>
              </a:solidFill>
              <a:latin typeface="Arial"/>
              <a:ea typeface="Arial"/>
              <a:cs typeface="Arial"/>
              <a:sym typeface="Arial"/>
            </a:endParaRPr>
          </a:p>
          <a:p>
            <a:pPr indent="-298450" lvl="0" marL="457200" rtl="0" algn="l">
              <a:lnSpc>
                <a:spcPct val="115000"/>
              </a:lnSpc>
              <a:spcBef>
                <a:spcPts val="0"/>
              </a:spcBef>
              <a:spcAft>
                <a:spcPts val="0"/>
              </a:spcAft>
              <a:buClr>
                <a:srgbClr val="000000"/>
              </a:buClr>
              <a:buSzPts val="1100"/>
              <a:buFont typeface="Arial"/>
              <a:buChar char="●"/>
            </a:pPr>
            <a:r>
              <a:rPr b="0" lang="en" sz="1100">
                <a:solidFill>
                  <a:srgbClr val="000000"/>
                </a:solidFill>
                <a:latin typeface="Arial"/>
                <a:ea typeface="Arial"/>
                <a:cs typeface="Arial"/>
                <a:sym typeface="Arial"/>
              </a:rPr>
              <a:t>How do delays vary by month?</a:t>
            </a:r>
            <a:endParaRPr b="0" sz="1100">
              <a:solidFill>
                <a:srgbClr val="000000"/>
              </a:solidFill>
              <a:latin typeface="Arial"/>
              <a:ea typeface="Arial"/>
              <a:cs typeface="Arial"/>
              <a:sym typeface="Arial"/>
            </a:endParaRPr>
          </a:p>
        </p:txBody>
      </p:sp>
      <p:pic>
        <p:nvPicPr>
          <p:cNvPr id="349" name="Google Shape;349;g3dbb17f97c8_0_77" title="截屏2026-05-03 16.39.05.png"/>
          <p:cNvPicPr preferRelativeResize="0"/>
          <p:nvPr/>
        </p:nvPicPr>
        <p:blipFill>
          <a:blip r:embed="rId3">
            <a:alphaModFix/>
          </a:blip>
          <a:stretch>
            <a:fillRect/>
          </a:stretch>
        </p:blipFill>
        <p:spPr>
          <a:xfrm>
            <a:off x="359550" y="1002824"/>
            <a:ext cx="1647250" cy="1647250"/>
          </a:xfrm>
          <a:prstGeom prst="rect">
            <a:avLst/>
          </a:prstGeom>
          <a:noFill/>
          <a:ln>
            <a:noFill/>
          </a:ln>
        </p:spPr>
      </p:pic>
      <p:pic>
        <p:nvPicPr>
          <p:cNvPr id="350" name="Google Shape;350;g3dbb17f97c8_0_77" title="截屏2026-05-03 16.39.20.png"/>
          <p:cNvPicPr preferRelativeResize="0"/>
          <p:nvPr/>
        </p:nvPicPr>
        <p:blipFill>
          <a:blip r:embed="rId4">
            <a:alphaModFix/>
          </a:blip>
          <a:stretch>
            <a:fillRect/>
          </a:stretch>
        </p:blipFill>
        <p:spPr>
          <a:xfrm>
            <a:off x="1964275" y="1002825"/>
            <a:ext cx="2322024" cy="1694875"/>
          </a:xfrm>
          <a:prstGeom prst="rect">
            <a:avLst/>
          </a:prstGeom>
          <a:noFill/>
          <a:ln>
            <a:noFill/>
          </a:ln>
        </p:spPr>
      </p:pic>
      <p:pic>
        <p:nvPicPr>
          <p:cNvPr id="351" name="Google Shape;351;g3dbb17f97c8_0_77" title="截屏2026-05-03 16.39.57.png"/>
          <p:cNvPicPr preferRelativeResize="0"/>
          <p:nvPr/>
        </p:nvPicPr>
        <p:blipFill>
          <a:blip r:embed="rId5">
            <a:alphaModFix/>
          </a:blip>
          <a:stretch>
            <a:fillRect/>
          </a:stretch>
        </p:blipFill>
        <p:spPr>
          <a:xfrm>
            <a:off x="359550" y="2571750"/>
            <a:ext cx="1647250" cy="1918900"/>
          </a:xfrm>
          <a:prstGeom prst="rect">
            <a:avLst/>
          </a:prstGeom>
          <a:noFill/>
          <a:ln>
            <a:noFill/>
          </a:ln>
        </p:spPr>
      </p:pic>
      <p:pic>
        <p:nvPicPr>
          <p:cNvPr id="352" name="Google Shape;352;g3dbb17f97c8_0_77" title="截屏2026-05-03 16.40.22.png"/>
          <p:cNvPicPr preferRelativeResize="0"/>
          <p:nvPr/>
        </p:nvPicPr>
        <p:blipFill>
          <a:blip r:embed="rId6">
            <a:alphaModFix/>
          </a:blip>
          <a:stretch>
            <a:fillRect/>
          </a:stretch>
        </p:blipFill>
        <p:spPr>
          <a:xfrm>
            <a:off x="2006800" y="2650075"/>
            <a:ext cx="2279500" cy="1840575"/>
          </a:xfrm>
          <a:prstGeom prst="rect">
            <a:avLst/>
          </a:prstGeom>
          <a:noFill/>
          <a:ln>
            <a:noFill/>
          </a:ln>
        </p:spPr>
      </p:pic>
      <p:sp>
        <p:nvSpPr>
          <p:cNvPr id="353" name="Google Shape;353;g3dbb17f97c8_0_77"/>
          <p:cNvSpPr txBox="1"/>
          <p:nvPr/>
        </p:nvSpPr>
        <p:spPr>
          <a:xfrm>
            <a:off x="4286300" y="1232700"/>
            <a:ext cx="4449600" cy="2678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rgbClr val="333333"/>
              </a:solidFill>
              <a:latin typeface="Montserrat"/>
              <a:ea typeface="Montserrat"/>
              <a:cs typeface="Montserrat"/>
              <a:sym typeface="Montserrat"/>
            </a:endParaRPr>
          </a:p>
          <a:p>
            <a:pPr indent="-317500" lvl="0" marL="457200" rtl="0" algn="l">
              <a:spcBef>
                <a:spcPts val="0"/>
              </a:spcBef>
              <a:spcAft>
                <a:spcPts val="0"/>
              </a:spcAft>
              <a:buClr>
                <a:srgbClr val="333333"/>
              </a:buClr>
              <a:buSzPts val="1400"/>
              <a:buFont typeface="Montserrat"/>
              <a:buChar char="●"/>
            </a:pPr>
            <a:r>
              <a:rPr lang="en">
                <a:solidFill>
                  <a:srgbClr val="333333"/>
                </a:solidFill>
                <a:latin typeface="Montserrat"/>
                <a:ea typeface="Montserrat"/>
                <a:cs typeface="Montserrat"/>
                <a:sym typeface="Montserrat"/>
              </a:rPr>
              <a:t>Day-of-week differences are relatively small, suggesting weekday alone is not a major delay driver.</a:t>
            </a:r>
            <a:endParaRPr>
              <a:solidFill>
                <a:srgbClr val="333333"/>
              </a:solidFill>
              <a:latin typeface="Montserrat"/>
              <a:ea typeface="Montserrat"/>
              <a:cs typeface="Montserrat"/>
              <a:sym typeface="Montserrat"/>
            </a:endParaRPr>
          </a:p>
          <a:p>
            <a:pPr indent="-317500" lvl="0" marL="457200" rtl="0" algn="l">
              <a:spcBef>
                <a:spcPts val="0"/>
              </a:spcBef>
              <a:spcAft>
                <a:spcPts val="0"/>
              </a:spcAft>
              <a:buClr>
                <a:srgbClr val="333333"/>
              </a:buClr>
              <a:buSzPts val="1400"/>
              <a:buFont typeface="Montserrat"/>
              <a:buChar char="●"/>
            </a:pPr>
            <a:r>
              <a:rPr lang="en">
                <a:solidFill>
                  <a:srgbClr val="333333"/>
                </a:solidFill>
                <a:latin typeface="Montserrat"/>
                <a:ea typeface="Montserrat"/>
                <a:cs typeface="Montserrat"/>
                <a:sym typeface="Montserrat"/>
              </a:rPr>
              <a:t>Monthly differences are more noticeable, with higher delays in May, June, July, Dec and Jan.</a:t>
            </a:r>
            <a:endParaRPr>
              <a:solidFill>
                <a:srgbClr val="333333"/>
              </a:solidFill>
              <a:latin typeface="Montserrat"/>
              <a:ea typeface="Montserrat"/>
              <a:cs typeface="Montserrat"/>
              <a:sym typeface="Montserrat"/>
            </a:endParaRPr>
          </a:p>
          <a:p>
            <a:pPr indent="-317500" lvl="0" marL="457200" rtl="0" algn="l">
              <a:spcBef>
                <a:spcPts val="0"/>
              </a:spcBef>
              <a:spcAft>
                <a:spcPts val="0"/>
              </a:spcAft>
              <a:buClr>
                <a:srgbClr val="333333"/>
              </a:buClr>
              <a:buSzPts val="1400"/>
              <a:buFont typeface="Montserrat"/>
              <a:buChar char="●"/>
            </a:pPr>
            <a:r>
              <a:rPr lang="en">
                <a:solidFill>
                  <a:srgbClr val="333333"/>
                </a:solidFill>
                <a:latin typeface="Montserrat"/>
                <a:ea typeface="Montserrat"/>
                <a:cs typeface="Montserrat"/>
                <a:sym typeface="Montserrat"/>
              </a:rPr>
              <a:t>This indicates that seasonal travel demand, weather conditions, and holiday periods may have strong effects.</a:t>
            </a:r>
            <a:endParaRPr>
              <a:solidFill>
                <a:srgbClr val="333333"/>
              </a:solidFill>
              <a:latin typeface="Montserrat"/>
              <a:ea typeface="Montserrat"/>
              <a:cs typeface="Montserrat"/>
              <a:sym typeface="Montserrat"/>
            </a:endParaRPr>
          </a:p>
          <a:p>
            <a:pPr indent="0" lvl="0" marL="0" rtl="0" algn="l">
              <a:spcBef>
                <a:spcPts val="0"/>
              </a:spcBef>
              <a:spcAft>
                <a:spcPts val="0"/>
              </a:spcAft>
              <a:buNone/>
            </a:pPr>
            <a:r>
              <a:t/>
            </a:r>
            <a:endParaRPr sz="1800">
              <a:solidFill>
                <a:srgbClr val="333333"/>
              </a:solidFill>
              <a:latin typeface="Montserrat"/>
              <a:ea typeface="Montserrat"/>
              <a:cs typeface="Montserrat"/>
              <a:sym typeface="Montserrat"/>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g3dbb17f97c8_0_71"/>
          <p:cNvSpPr txBox="1"/>
          <p:nvPr>
            <p:ph type="title"/>
          </p:nvPr>
        </p:nvSpPr>
        <p:spPr>
          <a:xfrm>
            <a:off x="311700" y="530680"/>
            <a:ext cx="84249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900"/>
              </a:spcBef>
              <a:spcAft>
                <a:spcPts val="0"/>
              </a:spcAft>
              <a:buNone/>
            </a:pPr>
            <a:r>
              <a:rPr lang="en" sz="1750">
                <a:solidFill>
                  <a:schemeClr val="dk1"/>
                </a:solidFill>
                <a:highlight>
                  <a:srgbClr val="FFFFFF"/>
                </a:highlight>
                <a:latin typeface="Arial"/>
                <a:ea typeface="Arial"/>
                <a:cs typeface="Arial"/>
                <a:sym typeface="Arial"/>
              </a:rPr>
              <a:t>Departure Time Analysis</a:t>
            </a:r>
            <a:endParaRPr sz="1750">
              <a:solidFill>
                <a:schemeClr val="dk1"/>
              </a:solidFill>
              <a:highlight>
                <a:srgbClr val="FFFFFF"/>
              </a:highlight>
              <a:latin typeface="Arial"/>
              <a:ea typeface="Arial"/>
              <a:cs typeface="Arial"/>
              <a:sym typeface="Arial"/>
            </a:endParaRPr>
          </a:p>
          <a:p>
            <a:pPr indent="-298450" lvl="0" marL="457200" rtl="0" algn="l">
              <a:lnSpc>
                <a:spcPct val="115000"/>
              </a:lnSpc>
              <a:spcBef>
                <a:spcPts val="1200"/>
              </a:spcBef>
              <a:spcAft>
                <a:spcPts val="0"/>
              </a:spcAft>
              <a:buClr>
                <a:srgbClr val="000000"/>
              </a:buClr>
              <a:buSzPts val="1100"/>
              <a:buFont typeface="Arial"/>
              <a:buChar char="●"/>
            </a:pPr>
            <a:r>
              <a:rPr b="0" lang="en" sz="1100">
                <a:solidFill>
                  <a:srgbClr val="000000"/>
                </a:solidFill>
                <a:latin typeface="Arial"/>
                <a:ea typeface="Arial"/>
                <a:cs typeface="Arial"/>
                <a:sym typeface="Arial"/>
              </a:rPr>
              <a:t>How do delays vary by time of day (morning, afternoon, evening, night)?</a:t>
            </a:r>
            <a:endParaRPr b="0" sz="1750">
              <a:solidFill>
                <a:srgbClr val="1F1F1F"/>
              </a:solidFill>
              <a:highlight>
                <a:srgbClr val="FFFFFF"/>
              </a:highlight>
              <a:latin typeface="Arial"/>
              <a:ea typeface="Arial"/>
              <a:cs typeface="Arial"/>
              <a:sym typeface="Arial"/>
            </a:endParaRPr>
          </a:p>
        </p:txBody>
      </p:sp>
      <p:pic>
        <p:nvPicPr>
          <p:cNvPr id="359" name="Google Shape;359;g3dbb17f97c8_0_71" title="截屏2026-05-03 16.41.52.png"/>
          <p:cNvPicPr preferRelativeResize="0"/>
          <p:nvPr/>
        </p:nvPicPr>
        <p:blipFill>
          <a:blip r:embed="rId3">
            <a:alphaModFix/>
          </a:blip>
          <a:stretch>
            <a:fillRect/>
          </a:stretch>
        </p:blipFill>
        <p:spPr>
          <a:xfrm>
            <a:off x="1254125" y="1418553"/>
            <a:ext cx="3719975" cy="2306385"/>
          </a:xfrm>
          <a:prstGeom prst="rect">
            <a:avLst/>
          </a:prstGeom>
          <a:noFill/>
          <a:ln>
            <a:noFill/>
          </a:ln>
        </p:spPr>
      </p:pic>
      <p:pic>
        <p:nvPicPr>
          <p:cNvPr id="360" name="Google Shape;360;g3dbb17f97c8_0_71" title="截屏2026-05-03 16.42.04.png"/>
          <p:cNvPicPr preferRelativeResize="0"/>
          <p:nvPr/>
        </p:nvPicPr>
        <p:blipFill>
          <a:blip r:embed="rId4">
            <a:alphaModFix/>
          </a:blip>
          <a:stretch>
            <a:fillRect/>
          </a:stretch>
        </p:blipFill>
        <p:spPr>
          <a:xfrm>
            <a:off x="4974100" y="1418550"/>
            <a:ext cx="3002563" cy="2306401"/>
          </a:xfrm>
          <a:prstGeom prst="rect">
            <a:avLst/>
          </a:prstGeom>
          <a:noFill/>
          <a:ln>
            <a:noFill/>
          </a:ln>
        </p:spPr>
      </p:pic>
      <p:sp>
        <p:nvSpPr>
          <p:cNvPr id="361" name="Google Shape;361;g3dbb17f97c8_0_71"/>
          <p:cNvSpPr txBox="1"/>
          <p:nvPr/>
        </p:nvSpPr>
        <p:spPr>
          <a:xfrm>
            <a:off x="1254125" y="3724950"/>
            <a:ext cx="6722700" cy="1323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rgbClr val="333333"/>
                </a:solidFill>
                <a:latin typeface="Montserrat"/>
                <a:ea typeface="Montserrat"/>
                <a:cs typeface="Montserrat"/>
                <a:sym typeface="Montserrat"/>
              </a:rPr>
              <a:t>Key Finding:</a:t>
            </a:r>
            <a:endParaRPr b="1">
              <a:solidFill>
                <a:srgbClr val="333333"/>
              </a:solidFill>
              <a:latin typeface="Montserrat"/>
              <a:ea typeface="Montserrat"/>
              <a:cs typeface="Montserrat"/>
              <a:sym typeface="Montserrat"/>
            </a:endParaRPr>
          </a:p>
          <a:p>
            <a:pPr indent="0" lvl="0" marL="0" rtl="0" algn="l">
              <a:spcBef>
                <a:spcPts val="0"/>
              </a:spcBef>
              <a:spcAft>
                <a:spcPts val="0"/>
              </a:spcAft>
              <a:buNone/>
            </a:pPr>
            <a:r>
              <a:rPr lang="en">
                <a:solidFill>
                  <a:srgbClr val="333333"/>
                </a:solidFill>
                <a:latin typeface="Montserrat"/>
                <a:ea typeface="Montserrat"/>
                <a:cs typeface="Montserrat"/>
                <a:sym typeface="Montserrat"/>
              </a:rPr>
              <a:t>Flight delays increase steadily throughout the day, with the highest delays in the night. Later departures are more delay-prone because delays accumulate and propagate across daily flight schedules.</a:t>
            </a:r>
            <a:endParaRPr>
              <a:solidFill>
                <a:srgbClr val="333333"/>
              </a:solidFill>
              <a:latin typeface="Montserrat"/>
              <a:ea typeface="Montserrat"/>
              <a:cs typeface="Montserrat"/>
              <a:sym typeface="Montserrat"/>
            </a:endParaRPr>
          </a:p>
          <a:p>
            <a:pPr indent="0" lvl="0" marL="0" rtl="0" algn="l">
              <a:spcBef>
                <a:spcPts val="0"/>
              </a:spcBef>
              <a:spcAft>
                <a:spcPts val="0"/>
              </a:spcAft>
              <a:buNone/>
            </a:pPr>
            <a:r>
              <a:t/>
            </a:r>
            <a:endParaRPr sz="1800">
              <a:solidFill>
                <a:srgbClr val="333333"/>
              </a:solidFill>
              <a:latin typeface="Montserrat"/>
              <a:ea typeface="Montserrat"/>
              <a:cs typeface="Montserrat"/>
              <a:sym typeface="Montserrat"/>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g3dbb17f97c8_0_97"/>
          <p:cNvSpPr txBox="1"/>
          <p:nvPr>
            <p:ph type="title"/>
          </p:nvPr>
        </p:nvSpPr>
        <p:spPr>
          <a:xfrm>
            <a:off x="311700" y="530680"/>
            <a:ext cx="84249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900"/>
              </a:spcBef>
              <a:spcAft>
                <a:spcPts val="0"/>
              </a:spcAft>
              <a:buNone/>
            </a:pPr>
            <a:r>
              <a:rPr lang="en" sz="1750">
                <a:solidFill>
                  <a:schemeClr val="dk1"/>
                </a:solidFill>
                <a:highlight>
                  <a:srgbClr val="FFFFFF"/>
                </a:highlight>
                <a:latin typeface="Arial"/>
                <a:ea typeface="Arial"/>
                <a:cs typeface="Arial"/>
                <a:sym typeface="Arial"/>
              </a:rPr>
              <a:t>Distance Analysis</a:t>
            </a:r>
            <a:endParaRPr sz="1750">
              <a:solidFill>
                <a:schemeClr val="dk1"/>
              </a:solidFill>
              <a:highlight>
                <a:srgbClr val="FFFFFF"/>
              </a:highlight>
              <a:latin typeface="Arial"/>
              <a:ea typeface="Arial"/>
              <a:cs typeface="Arial"/>
              <a:sym typeface="Arial"/>
            </a:endParaRPr>
          </a:p>
          <a:p>
            <a:pPr indent="-298450" lvl="0" marL="457200" rtl="0" algn="l">
              <a:lnSpc>
                <a:spcPct val="115000"/>
              </a:lnSpc>
              <a:spcBef>
                <a:spcPts val="1200"/>
              </a:spcBef>
              <a:spcAft>
                <a:spcPts val="0"/>
              </a:spcAft>
              <a:buClr>
                <a:srgbClr val="000000"/>
              </a:buClr>
              <a:buSzPts val="1100"/>
              <a:buFont typeface="Arial"/>
              <a:buChar char="●"/>
            </a:pPr>
            <a:r>
              <a:rPr b="0" lang="en" sz="1100">
                <a:solidFill>
                  <a:srgbClr val="000000"/>
                </a:solidFill>
                <a:latin typeface="Arial"/>
                <a:ea typeface="Arial"/>
                <a:cs typeface="Arial"/>
                <a:sym typeface="Arial"/>
              </a:rPr>
              <a:t>What is the relationship between flight distance and delay time?</a:t>
            </a:r>
            <a:endParaRPr b="0" sz="1100">
              <a:solidFill>
                <a:srgbClr val="000000"/>
              </a:solidFill>
              <a:latin typeface="Arial"/>
              <a:ea typeface="Arial"/>
              <a:cs typeface="Arial"/>
              <a:sym typeface="Arial"/>
            </a:endParaRPr>
          </a:p>
        </p:txBody>
      </p:sp>
      <p:pic>
        <p:nvPicPr>
          <p:cNvPr id="367" name="Google Shape;367;g3dbb17f97c8_0_97" title="截屏2026-05-03 16.43.10.png"/>
          <p:cNvPicPr preferRelativeResize="0"/>
          <p:nvPr/>
        </p:nvPicPr>
        <p:blipFill>
          <a:blip r:embed="rId3">
            <a:alphaModFix/>
          </a:blip>
          <a:stretch>
            <a:fillRect/>
          </a:stretch>
        </p:blipFill>
        <p:spPr>
          <a:xfrm>
            <a:off x="1254675" y="1347700"/>
            <a:ext cx="3857470" cy="1994100"/>
          </a:xfrm>
          <a:prstGeom prst="rect">
            <a:avLst/>
          </a:prstGeom>
          <a:noFill/>
          <a:ln>
            <a:noFill/>
          </a:ln>
        </p:spPr>
      </p:pic>
      <p:pic>
        <p:nvPicPr>
          <p:cNvPr id="368" name="Google Shape;368;g3dbb17f97c8_0_97" title="截屏2026-05-03 16.43.24.png"/>
          <p:cNvPicPr preferRelativeResize="0"/>
          <p:nvPr/>
        </p:nvPicPr>
        <p:blipFill>
          <a:blip r:embed="rId4">
            <a:alphaModFix/>
          </a:blip>
          <a:stretch>
            <a:fillRect/>
          </a:stretch>
        </p:blipFill>
        <p:spPr>
          <a:xfrm>
            <a:off x="5112150" y="1347700"/>
            <a:ext cx="2514980" cy="1994101"/>
          </a:xfrm>
          <a:prstGeom prst="rect">
            <a:avLst/>
          </a:prstGeom>
          <a:noFill/>
          <a:ln>
            <a:noFill/>
          </a:ln>
        </p:spPr>
      </p:pic>
      <p:sp>
        <p:nvSpPr>
          <p:cNvPr id="369" name="Google Shape;369;g3dbb17f97c8_0_97"/>
          <p:cNvSpPr txBox="1"/>
          <p:nvPr/>
        </p:nvSpPr>
        <p:spPr>
          <a:xfrm>
            <a:off x="1254675" y="3412075"/>
            <a:ext cx="63723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rgbClr val="333333"/>
                </a:solidFill>
                <a:latin typeface="Montserrat"/>
                <a:ea typeface="Montserrat"/>
                <a:cs typeface="Montserrat"/>
                <a:sym typeface="Montserrat"/>
              </a:rPr>
              <a:t>Average delays are similar across short, medium, and long-distance flights. Flight distance does not appear to be a major driver of delays. </a:t>
            </a:r>
            <a:endParaRPr sz="1300">
              <a:solidFill>
                <a:srgbClr val="333333"/>
              </a:solidFill>
              <a:latin typeface="Montserrat"/>
              <a:ea typeface="Montserrat"/>
              <a:cs typeface="Montserrat"/>
              <a:sym typeface="Montserrat"/>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sp>
        <p:nvSpPr>
          <p:cNvPr id="374" name="Google Shape;374;g3dbb17f97c8_0_58"/>
          <p:cNvSpPr txBox="1"/>
          <p:nvPr>
            <p:ph type="title"/>
          </p:nvPr>
        </p:nvSpPr>
        <p:spPr>
          <a:xfrm>
            <a:off x="150075" y="216930"/>
            <a:ext cx="8424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Prediction Model</a:t>
            </a:r>
            <a:endParaRPr/>
          </a:p>
        </p:txBody>
      </p:sp>
      <p:sp>
        <p:nvSpPr>
          <p:cNvPr id="375" name="Google Shape;375;g3dbb17f97c8_0_58"/>
          <p:cNvSpPr txBox="1"/>
          <p:nvPr/>
        </p:nvSpPr>
        <p:spPr>
          <a:xfrm>
            <a:off x="150075" y="1058425"/>
            <a:ext cx="4422000" cy="3169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sz="1100"/>
              <a:t>Goal:	</a:t>
            </a:r>
            <a:r>
              <a:rPr lang="en" sz="1100"/>
              <a:t>Predict whether a flight will be delayed</a:t>
            </a:r>
            <a:endParaRPr sz="1100"/>
          </a:p>
          <a:p>
            <a:pPr indent="0" lvl="0" marL="0" rtl="0" algn="l">
              <a:lnSpc>
                <a:spcPct val="115000"/>
              </a:lnSpc>
              <a:spcBef>
                <a:spcPts val="1200"/>
              </a:spcBef>
              <a:spcAft>
                <a:spcPts val="0"/>
              </a:spcAft>
              <a:buNone/>
            </a:pPr>
            <a:r>
              <a:rPr b="1" lang="en" sz="1100"/>
              <a:t>Model Used:	</a:t>
            </a:r>
            <a:r>
              <a:rPr lang="en" sz="1100"/>
              <a:t>Logistic Regression (Spark ML)</a:t>
            </a:r>
            <a:endParaRPr sz="1100"/>
          </a:p>
          <a:p>
            <a:pPr indent="0" lvl="0" marL="0" rtl="0" algn="l">
              <a:lnSpc>
                <a:spcPct val="115000"/>
              </a:lnSpc>
              <a:spcBef>
                <a:spcPts val="1200"/>
              </a:spcBef>
              <a:spcAft>
                <a:spcPts val="0"/>
              </a:spcAft>
              <a:buNone/>
            </a:pPr>
            <a:r>
              <a:rPr b="1" lang="en" sz="1100"/>
              <a:t>Why PySpark ML?</a:t>
            </a:r>
            <a:endParaRPr b="1" sz="1100"/>
          </a:p>
          <a:p>
            <a:pPr indent="0" lvl="0" marL="457200" rtl="0" algn="l">
              <a:lnSpc>
                <a:spcPct val="115000"/>
              </a:lnSpc>
              <a:spcBef>
                <a:spcPts val="1200"/>
              </a:spcBef>
              <a:spcAft>
                <a:spcPts val="0"/>
              </a:spcAft>
              <a:buNone/>
            </a:pPr>
            <a:r>
              <a:rPr b="1" lang="en" sz="1100"/>
              <a:t>Pandas / Scikit-learn</a:t>
            </a:r>
            <a:br>
              <a:rPr b="1" lang="en" sz="1100"/>
            </a:br>
            <a:r>
              <a:rPr lang="en" sz="1100"/>
              <a:t> → Limited by memory, not suitable for large datasets</a:t>
            </a:r>
            <a:endParaRPr sz="1100"/>
          </a:p>
          <a:p>
            <a:pPr indent="0" lvl="0" marL="457200" rtl="0" algn="l">
              <a:lnSpc>
                <a:spcPct val="115000"/>
              </a:lnSpc>
              <a:spcBef>
                <a:spcPts val="1200"/>
              </a:spcBef>
              <a:spcAft>
                <a:spcPts val="0"/>
              </a:spcAft>
              <a:buNone/>
            </a:pPr>
            <a:r>
              <a:rPr b="1" lang="en" sz="1100"/>
              <a:t>PySpark ML</a:t>
            </a:r>
            <a:br>
              <a:rPr b="1" lang="en" sz="1100"/>
            </a:br>
            <a:r>
              <a:rPr lang="en" sz="1100"/>
              <a:t> → Scalable, efficient, and designed for big data processing</a:t>
            </a:r>
            <a:endParaRPr sz="1100"/>
          </a:p>
          <a:p>
            <a:pPr indent="0" lvl="0" marL="0" rtl="0" algn="l">
              <a:lnSpc>
                <a:spcPct val="115000"/>
              </a:lnSpc>
              <a:spcBef>
                <a:spcPts val="1200"/>
              </a:spcBef>
              <a:spcAft>
                <a:spcPts val="0"/>
              </a:spcAft>
              <a:buNone/>
            </a:pPr>
            <a:r>
              <a:rPr b="1" lang="en" sz="1100"/>
              <a:t>Output:</a:t>
            </a:r>
            <a:endParaRPr b="1" sz="1100"/>
          </a:p>
          <a:p>
            <a:pPr indent="0" lvl="0" marL="0" rtl="0" algn="l">
              <a:lnSpc>
                <a:spcPct val="115000"/>
              </a:lnSpc>
              <a:spcBef>
                <a:spcPts val="1200"/>
              </a:spcBef>
              <a:spcAft>
                <a:spcPts val="0"/>
              </a:spcAft>
              <a:buNone/>
            </a:pPr>
            <a:r>
              <a:rPr b="1" lang="en" sz="1100"/>
              <a:t>	</a:t>
            </a:r>
            <a:r>
              <a:rPr lang="en" sz="1100"/>
              <a:t>Binary classification: Delayed / Not Delayed</a:t>
            </a:r>
            <a:endParaRPr sz="1100"/>
          </a:p>
          <a:p>
            <a:pPr indent="0" lvl="0" marL="0" rtl="0" algn="l">
              <a:spcBef>
                <a:spcPts val="1200"/>
              </a:spcBef>
              <a:spcAft>
                <a:spcPts val="0"/>
              </a:spcAft>
              <a:buNone/>
            </a:pPr>
            <a:r>
              <a:t/>
            </a:r>
            <a:endParaRPr sz="1800">
              <a:solidFill>
                <a:srgbClr val="333333"/>
              </a:solidFill>
              <a:latin typeface="Montserrat"/>
              <a:ea typeface="Montserrat"/>
              <a:cs typeface="Montserrat"/>
              <a:sym typeface="Montserrat"/>
            </a:endParaRPr>
          </a:p>
        </p:txBody>
      </p:sp>
      <p:pic>
        <p:nvPicPr>
          <p:cNvPr id="376" name="Google Shape;376;g3dbb17f97c8_0_58" title="截屏2026-05-03 16.57.09.png"/>
          <p:cNvPicPr preferRelativeResize="0"/>
          <p:nvPr/>
        </p:nvPicPr>
        <p:blipFill>
          <a:blip r:embed="rId3">
            <a:alphaModFix/>
          </a:blip>
          <a:stretch>
            <a:fillRect/>
          </a:stretch>
        </p:blipFill>
        <p:spPr>
          <a:xfrm>
            <a:off x="5197250" y="1755950"/>
            <a:ext cx="3286676" cy="2941675"/>
          </a:xfrm>
          <a:prstGeom prst="rect">
            <a:avLst/>
          </a:prstGeom>
          <a:noFill/>
          <a:ln>
            <a:noFill/>
          </a:ln>
        </p:spPr>
      </p:pic>
      <p:pic>
        <p:nvPicPr>
          <p:cNvPr id="377" name="Google Shape;377;g3dbb17f97c8_0_58" title="截屏2026-05-03 17.16.34.png"/>
          <p:cNvPicPr preferRelativeResize="0"/>
          <p:nvPr/>
        </p:nvPicPr>
        <p:blipFill>
          <a:blip r:embed="rId4">
            <a:alphaModFix/>
          </a:blip>
          <a:stretch>
            <a:fillRect/>
          </a:stretch>
        </p:blipFill>
        <p:spPr>
          <a:xfrm>
            <a:off x="4668125" y="372325"/>
            <a:ext cx="4021625" cy="93655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sp>
        <p:nvSpPr>
          <p:cNvPr id="382" name="Google Shape;382;g3dbb17f97c8_0_119"/>
          <p:cNvSpPr txBox="1"/>
          <p:nvPr>
            <p:ph type="title"/>
          </p:nvPr>
        </p:nvSpPr>
        <p:spPr>
          <a:xfrm>
            <a:off x="311700" y="587975"/>
            <a:ext cx="3610800" cy="891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Model Result</a:t>
            </a:r>
            <a:endParaRPr/>
          </a:p>
        </p:txBody>
      </p:sp>
      <p:sp>
        <p:nvSpPr>
          <p:cNvPr id="383" name="Google Shape;383;g3dbb17f97c8_0_119"/>
          <p:cNvSpPr txBox="1"/>
          <p:nvPr>
            <p:ph idx="1" type="body"/>
          </p:nvPr>
        </p:nvSpPr>
        <p:spPr>
          <a:xfrm>
            <a:off x="311700" y="1540175"/>
            <a:ext cx="4194900" cy="2849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 used a logistic regression model to predict flight delays.</a:t>
            </a:r>
            <a:endParaRPr/>
          </a:p>
          <a:p>
            <a:pPr indent="0" lvl="0" marL="0" rtl="0" algn="l">
              <a:spcBef>
                <a:spcPts val="0"/>
              </a:spcBef>
              <a:spcAft>
                <a:spcPts val="0"/>
              </a:spcAft>
              <a:buNone/>
            </a:pPr>
            <a:r>
              <a:rPr lang="en"/>
              <a:t>The accuracy is around 60 to 78 percent, which is not very high.</a:t>
            </a:r>
            <a:endParaRPr/>
          </a:p>
          <a:p>
            <a:pPr indent="0" lvl="0" marL="0" rtl="0" algn="l">
              <a:spcBef>
                <a:spcPts val="0"/>
              </a:spcBef>
              <a:spcAft>
                <a:spcPts val="0"/>
              </a:spcAft>
              <a:buNone/>
            </a:pPr>
            <a:r>
              <a:rPr lang="en"/>
              <a:t>This is mainly because important factors such as weather and airport congestion are missing.</a:t>
            </a:r>
            <a:endParaRPr/>
          </a:p>
          <a:p>
            <a:pPr indent="0" lvl="0" marL="0" rtl="0" algn="l">
              <a:spcBef>
                <a:spcPts val="0"/>
              </a:spcBef>
              <a:spcAft>
                <a:spcPts val="0"/>
              </a:spcAft>
              <a:buNone/>
            </a:pPr>
            <a:r>
              <a:rPr lang="en"/>
              <a:t>Therefore, predicting flight delays is a challenging problem.</a:t>
            </a:r>
            <a:endParaRPr/>
          </a:p>
        </p:txBody>
      </p:sp>
      <p:sp>
        <p:nvSpPr>
          <p:cNvPr id="384" name="Google Shape;384;g3dbb17f97c8_0_119"/>
          <p:cNvSpPr txBox="1"/>
          <p:nvPr>
            <p:ph idx="2" type="body"/>
          </p:nvPr>
        </p:nvSpPr>
        <p:spPr>
          <a:xfrm>
            <a:off x="5824575" y="683050"/>
            <a:ext cx="2911800" cy="1096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g3dbb17f97c8_0_119"/>
          <p:cNvSpPr txBox="1"/>
          <p:nvPr>
            <p:ph idx="3" type="body"/>
          </p:nvPr>
        </p:nvSpPr>
        <p:spPr>
          <a:xfrm>
            <a:off x="5824575" y="1931875"/>
            <a:ext cx="2911800" cy="1096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g3dbb17f97c8_0_119"/>
          <p:cNvSpPr txBox="1"/>
          <p:nvPr>
            <p:ph idx="4" type="body"/>
          </p:nvPr>
        </p:nvSpPr>
        <p:spPr>
          <a:xfrm>
            <a:off x="5824575" y="3180700"/>
            <a:ext cx="2911800" cy="1096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87" name="Google Shape;387;g3dbb17f97c8_0_119" title="截屏2026-05-03 16.53.14.png"/>
          <p:cNvPicPr preferRelativeResize="0"/>
          <p:nvPr/>
        </p:nvPicPr>
        <p:blipFill>
          <a:blip r:embed="rId3">
            <a:alphaModFix/>
          </a:blip>
          <a:stretch>
            <a:fillRect/>
          </a:stretch>
        </p:blipFill>
        <p:spPr>
          <a:xfrm>
            <a:off x="4572000" y="685800"/>
            <a:ext cx="3812475" cy="801400"/>
          </a:xfrm>
          <a:prstGeom prst="rect">
            <a:avLst/>
          </a:prstGeom>
          <a:noFill/>
          <a:ln>
            <a:noFill/>
          </a:ln>
        </p:spPr>
      </p:pic>
      <p:pic>
        <p:nvPicPr>
          <p:cNvPr id="388" name="Google Shape;388;g3dbb17f97c8_0_119" title="截屏2026-05-03 16.53.30.png"/>
          <p:cNvPicPr preferRelativeResize="0"/>
          <p:nvPr/>
        </p:nvPicPr>
        <p:blipFill>
          <a:blip r:embed="rId4">
            <a:alphaModFix/>
          </a:blip>
          <a:stretch>
            <a:fillRect/>
          </a:stretch>
        </p:blipFill>
        <p:spPr>
          <a:xfrm>
            <a:off x="5029424" y="1779850"/>
            <a:ext cx="3368086" cy="2966024"/>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g3dbb17f97c8_0_131"/>
          <p:cNvSpPr txBox="1"/>
          <p:nvPr>
            <p:ph type="title"/>
          </p:nvPr>
        </p:nvSpPr>
        <p:spPr>
          <a:xfrm>
            <a:off x="311700" y="587975"/>
            <a:ext cx="3700500" cy="891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Why ML is Limited</a:t>
            </a:r>
            <a:endParaRPr/>
          </a:p>
        </p:txBody>
      </p:sp>
      <p:sp>
        <p:nvSpPr>
          <p:cNvPr id="394" name="Google Shape;394;g3dbb17f97c8_0_131"/>
          <p:cNvSpPr txBox="1"/>
          <p:nvPr>
            <p:ph idx="1" type="body"/>
          </p:nvPr>
        </p:nvSpPr>
        <p:spPr>
          <a:xfrm>
            <a:off x="311700" y="1836175"/>
            <a:ext cx="3610800" cy="24396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0"/>
              </a:spcAft>
              <a:buNone/>
            </a:pPr>
            <a:r>
              <a:rPr b="1" lang="en" sz="1300">
                <a:solidFill>
                  <a:srgbClr val="000000"/>
                </a:solidFill>
                <a:latin typeface="Arial"/>
                <a:ea typeface="Arial"/>
                <a:cs typeface="Arial"/>
                <a:sym typeface="Arial"/>
              </a:rPr>
              <a:t>Why Prediction is Difficult for this Dataset</a:t>
            </a:r>
            <a:endParaRPr b="1" sz="1300">
              <a:solidFill>
                <a:srgbClr val="000000"/>
              </a:solidFill>
              <a:latin typeface="Arial"/>
              <a:ea typeface="Arial"/>
              <a:cs typeface="Arial"/>
              <a:sym typeface="Arial"/>
            </a:endParaRPr>
          </a:p>
          <a:p>
            <a:pPr indent="-298450" lvl="0" marL="457200" rtl="0" algn="l">
              <a:lnSpc>
                <a:spcPct val="115000"/>
              </a:lnSpc>
              <a:spcBef>
                <a:spcPts val="1200"/>
              </a:spcBef>
              <a:spcAft>
                <a:spcPts val="0"/>
              </a:spcAft>
              <a:buClr>
                <a:srgbClr val="000000"/>
              </a:buClr>
              <a:buSzPts val="1100"/>
              <a:buFont typeface="Arial"/>
              <a:buChar char="●"/>
            </a:pPr>
            <a:r>
              <a:rPr lang="en" sz="1100">
                <a:solidFill>
                  <a:srgbClr val="000000"/>
                </a:solidFill>
                <a:latin typeface="Arial"/>
                <a:ea typeface="Arial"/>
                <a:cs typeface="Arial"/>
                <a:sym typeface="Arial"/>
              </a:rPr>
              <a:t>Flight delays depend on many external factors</a:t>
            </a:r>
            <a:endParaRPr sz="1100">
              <a:solidFill>
                <a:srgbClr val="000000"/>
              </a:solidFill>
              <a:latin typeface="Arial"/>
              <a:ea typeface="Arial"/>
              <a:cs typeface="Arial"/>
              <a:sym typeface="Arial"/>
            </a:endParaRPr>
          </a:p>
          <a:p>
            <a:pPr indent="-298450" lvl="0" marL="457200" rtl="0" algn="l">
              <a:lnSpc>
                <a:spcPct val="115000"/>
              </a:lnSpc>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Real-time data is not available in our dataset</a:t>
            </a:r>
            <a:endParaRPr sz="1100">
              <a:solidFill>
                <a:srgbClr val="000000"/>
              </a:solidFill>
              <a:latin typeface="Arial"/>
              <a:ea typeface="Arial"/>
              <a:cs typeface="Arial"/>
              <a:sym typeface="Arial"/>
            </a:endParaRPr>
          </a:p>
          <a:p>
            <a:pPr indent="-298450" lvl="0" marL="457200" rtl="0" algn="l">
              <a:lnSpc>
                <a:spcPct val="115000"/>
              </a:lnSpc>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Delays are influenced by complex interactions</a:t>
            </a:r>
            <a:endParaRPr sz="1100">
              <a:solidFill>
                <a:srgbClr val="000000"/>
              </a:solidFill>
              <a:latin typeface="Arial"/>
              <a:ea typeface="Arial"/>
              <a:cs typeface="Arial"/>
              <a:sym typeface="Arial"/>
            </a:endParaRPr>
          </a:p>
          <a:p>
            <a:pPr indent="0" lvl="0" marL="0" rtl="0" algn="l">
              <a:spcBef>
                <a:spcPts val="1200"/>
              </a:spcBef>
              <a:spcAft>
                <a:spcPts val="0"/>
              </a:spcAft>
              <a:buNone/>
            </a:pPr>
            <a:r>
              <a:t/>
            </a:r>
            <a:endParaRPr/>
          </a:p>
        </p:txBody>
      </p:sp>
      <p:sp>
        <p:nvSpPr>
          <p:cNvPr id="395" name="Google Shape;395;g3dbb17f97c8_0_131"/>
          <p:cNvSpPr txBox="1"/>
          <p:nvPr>
            <p:ph idx="2" type="body"/>
          </p:nvPr>
        </p:nvSpPr>
        <p:spPr>
          <a:xfrm>
            <a:off x="5824575" y="683050"/>
            <a:ext cx="2911800" cy="1096800"/>
          </a:xfrm>
          <a:prstGeom prst="rect">
            <a:avLst/>
          </a:prstGeom>
        </p:spPr>
        <p:txBody>
          <a:bodyPr anchorCtr="0" anchor="ctr" bIns="91425" lIns="91425" spcFirstLastPara="1" rIns="91425" wrap="square" tIns="91425">
            <a:noAutofit/>
          </a:bodyPr>
          <a:lstStyle/>
          <a:p>
            <a:pPr indent="0" lvl="0" marL="0" rtl="0" algn="l">
              <a:spcBef>
                <a:spcPts val="1400"/>
              </a:spcBef>
              <a:spcAft>
                <a:spcPts val="0"/>
              </a:spcAft>
              <a:buNone/>
            </a:pPr>
            <a:r>
              <a:rPr b="1" lang="en" sz="1300">
                <a:solidFill>
                  <a:srgbClr val="000000"/>
                </a:solidFill>
                <a:latin typeface="Arial"/>
                <a:ea typeface="Arial"/>
                <a:cs typeface="Arial"/>
                <a:sym typeface="Arial"/>
              </a:rPr>
              <a:t>Missing Features</a:t>
            </a:r>
            <a:endParaRPr b="1" sz="13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lang="en" sz="1100">
                <a:solidFill>
                  <a:srgbClr val="000000"/>
                </a:solidFill>
                <a:latin typeface="Arial"/>
                <a:ea typeface="Arial"/>
                <a:cs typeface="Arial"/>
                <a:sym typeface="Arial"/>
              </a:rPr>
              <a:t>Weather conditions</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Airport congestion</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Air traffic contro</a:t>
            </a:r>
            <a:endParaRPr/>
          </a:p>
        </p:txBody>
      </p:sp>
      <p:sp>
        <p:nvSpPr>
          <p:cNvPr id="396" name="Google Shape;396;g3dbb17f97c8_0_131"/>
          <p:cNvSpPr txBox="1"/>
          <p:nvPr>
            <p:ph idx="3" type="body"/>
          </p:nvPr>
        </p:nvSpPr>
        <p:spPr>
          <a:xfrm>
            <a:off x="5824575" y="1931875"/>
            <a:ext cx="2911800" cy="1096800"/>
          </a:xfrm>
          <a:prstGeom prst="rect">
            <a:avLst/>
          </a:prstGeom>
        </p:spPr>
        <p:txBody>
          <a:bodyPr anchorCtr="0" anchor="ctr" bIns="91425" lIns="91425" spcFirstLastPara="1" rIns="91425" wrap="square" tIns="91425">
            <a:noAutofit/>
          </a:bodyPr>
          <a:lstStyle/>
          <a:p>
            <a:pPr indent="0" lvl="0" marL="0" rtl="0" algn="l">
              <a:spcBef>
                <a:spcPts val="1400"/>
              </a:spcBef>
              <a:spcAft>
                <a:spcPts val="0"/>
              </a:spcAft>
              <a:buNone/>
            </a:pPr>
            <a:r>
              <a:rPr b="1" lang="en" sz="1300">
                <a:solidFill>
                  <a:srgbClr val="000000"/>
                </a:solidFill>
                <a:latin typeface="Arial"/>
                <a:ea typeface="Arial"/>
                <a:cs typeface="Arial"/>
                <a:sym typeface="Arial"/>
              </a:rPr>
              <a:t>Data Limitation</a:t>
            </a:r>
            <a:endParaRPr b="1" sz="13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lang="en" sz="1100">
                <a:solidFill>
                  <a:srgbClr val="000000"/>
                </a:solidFill>
                <a:latin typeface="Arial"/>
                <a:ea typeface="Arial"/>
                <a:cs typeface="Arial"/>
                <a:sym typeface="Arial"/>
              </a:rPr>
              <a:t>No real-time updates</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Limited contextual information</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Historical data only</a:t>
            </a:r>
            <a:endParaRPr sz="1100">
              <a:solidFill>
                <a:srgbClr val="000000"/>
              </a:solidFill>
              <a:latin typeface="Arial"/>
              <a:ea typeface="Arial"/>
              <a:cs typeface="Arial"/>
              <a:sym typeface="Arial"/>
            </a:endParaRPr>
          </a:p>
          <a:p>
            <a:pPr indent="0" lvl="0" marL="0" rtl="0" algn="l">
              <a:spcBef>
                <a:spcPts val="1200"/>
              </a:spcBef>
              <a:spcAft>
                <a:spcPts val="0"/>
              </a:spcAft>
              <a:buNone/>
            </a:pPr>
            <a:r>
              <a:t/>
            </a:r>
            <a:endParaRPr/>
          </a:p>
        </p:txBody>
      </p:sp>
      <p:sp>
        <p:nvSpPr>
          <p:cNvPr id="397" name="Google Shape;397;g3dbb17f97c8_0_131"/>
          <p:cNvSpPr txBox="1"/>
          <p:nvPr>
            <p:ph idx="4" type="body"/>
          </p:nvPr>
        </p:nvSpPr>
        <p:spPr>
          <a:xfrm>
            <a:off x="5824575" y="3180700"/>
            <a:ext cx="2911800" cy="1096800"/>
          </a:xfrm>
          <a:prstGeom prst="rect">
            <a:avLst/>
          </a:prstGeom>
        </p:spPr>
        <p:txBody>
          <a:bodyPr anchorCtr="0" anchor="ctr" bIns="91425" lIns="91425" spcFirstLastPara="1" rIns="91425" wrap="square" tIns="91425">
            <a:noAutofit/>
          </a:bodyPr>
          <a:lstStyle/>
          <a:p>
            <a:pPr indent="0" lvl="0" marL="0" rtl="0" algn="l">
              <a:spcBef>
                <a:spcPts val="1400"/>
              </a:spcBef>
              <a:spcAft>
                <a:spcPts val="0"/>
              </a:spcAft>
              <a:buNone/>
            </a:pPr>
            <a:r>
              <a:rPr b="1" lang="en" sz="1300">
                <a:solidFill>
                  <a:srgbClr val="000000"/>
                </a:solidFill>
                <a:latin typeface="Arial"/>
                <a:ea typeface="Arial"/>
                <a:cs typeface="Arial"/>
                <a:sym typeface="Arial"/>
              </a:rPr>
              <a:t>Data Complexity</a:t>
            </a:r>
            <a:endParaRPr b="1" sz="13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lang="en" sz="1100">
                <a:solidFill>
                  <a:srgbClr val="000000"/>
                </a:solidFill>
                <a:latin typeface="Arial"/>
                <a:ea typeface="Arial"/>
                <a:cs typeface="Arial"/>
                <a:sym typeface="Arial"/>
              </a:rPr>
              <a:t>Non-linear relationships</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Interaction between multiple factors</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Unpredictable events</a:t>
            </a:r>
            <a:endParaRPr sz="1100">
              <a:solidFill>
                <a:srgbClr val="000000"/>
              </a:solidFill>
              <a:latin typeface="Arial"/>
              <a:ea typeface="Arial"/>
              <a:cs typeface="Arial"/>
              <a:sym typeface="Arial"/>
            </a:endParaRPr>
          </a:p>
          <a:p>
            <a:pPr indent="0" lvl="0" marL="0" rtl="0" algn="l">
              <a:spcBef>
                <a:spcPts val="1200"/>
              </a:spcBef>
              <a:spcAft>
                <a:spcPts val="0"/>
              </a:spcAft>
              <a:buNone/>
            </a:pPr>
            <a:r>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sp>
        <p:nvSpPr>
          <p:cNvPr id="402" name="Google Shape;402;p11"/>
          <p:cNvSpPr txBox="1"/>
          <p:nvPr>
            <p:ph type="title"/>
          </p:nvPr>
        </p:nvSpPr>
        <p:spPr>
          <a:xfrm>
            <a:off x="-167725" y="-60100"/>
            <a:ext cx="7509300" cy="1283400"/>
          </a:xfrm>
          <a:prstGeom prst="rect">
            <a:avLst/>
          </a:prstGeom>
          <a:noFill/>
          <a:ln>
            <a:noFill/>
          </a:ln>
        </p:spPr>
        <p:txBody>
          <a:bodyPr anchorCtr="0" anchor="ctr" bIns="91425" lIns="91425" spcFirstLastPara="1" rIns="91425" wrap="square" tIns="91425">
            <a:noAutofit/>
          </a:bodyPr>
          <a:lstStyle/>
          <a:p>
            <a:pPr indent="0" lvl="0" marL="0" rtl="0" algn="ctr">
              <a:lnSpc>
                <a:spcPct val="80000"/>
              </a:lnSpc>
              <a:spcBef>
                <a:spcPts val="0"/>
              </a:spcBef>
              <a:spcAft>
                <a:spcPts val="0"/>
              </a:spcAft>
              <a:buSzPts val="5600"/>
              <a:buNone/>
            </a:pPr>
            <a:r>
              <a:rPr lang="en" sz="3000"/>
              <a:t>Conclusion and lesson learned</a:t>
            </a:r>
            <a:endParaRPr sz="3000"/>
          </a:p>
        </p:txBody>
      </p:sp>
      <p:sp>
        <p:nvSpPr>
          <p:cNvPr id="403" name="Google Shape;403;p11"/>
          <p:cNvSpPr txBox="1"/>
          <p:nvPr>
            <p:ph idx="1" type="body"/>
          </p:nvPr>
        </p:nvSpPr>
        <p:spPr>
          <a:xfrm>
            <a:off x="874225" y="906725"/>
            <a:ext cx="7625400" cy="4122600"/>
          </a:xfrm>
          <a:prstGeom prst="rect">
            <a:avLst/>
          </a:prstGeom>
          <a:noFill/>
          <a:ln>
            <a:noFill/>
          </a:ln>
        </p:spPr>
        <p:txBody>
          <a:bodyPr anchorCtr="0" anchor="t" bIns="91425" lIns="91425" spcFirstLastPara="1" rIns="91425" wrap="square" tIns="91425">
            <a:noAutofit/>
          </a:bodyPr>
          <a:lstStyle/>
          <a:p>
            <a:pPr indent="-330200" lvl="0" marL="457200" rtl="0" algn="just">
              <a:lnSpc>
                <a:spcPct val="125000"/>
              </a:lnSpc>
              <a:spcBef>
                <a:spcPts val="0"/>
              </a:spcBef>
              <a:spcAft>
                <a:spcPts val="0"/>
              </a:spcAft>
              <a:buSzPts val="1600"/>
              <a:buChar char="●"/>
            </a:pPr>
            <a:r>
              <a:rPr lang="en"/>
              <a:t>Working with large-scale flight data showed us that data preprocessing is one of the most important steps in the entire project. Since the dataset was provided in multiple ZIP files, we first needed to unzip, clean, and merge the data before performing any analysis.</a:t>
            </a:r>
            <a:endParaRPr/>
          </a:p>
          <a:p>
            <a:pPr indent="-330200" lvl="0" marL="457200" rtl="0" algn="just">
              <a:lnSpc>
                <a:spcPct val="125000"/>
              </a:lnSpc>
              <a:spcBef>
                <a:spcPts val="0"/>
              </a:spcBef>
              <a:spcAft>
                <a:spcPts val="0"/>
              </a:spcAft>
              <a:buSzPts val="1600"/>
              <a:buChar char="●"/>
            </a:pPr>
            <a:r>
              <a:rPr lang="en"/>
              <a:t>We found that using PySpark was much more efficient than traditional tools like Pandas when handling millions of records. PySpark allowed us to process and analyze the data at scale, especially during data cleaning and aggregation.</a:t>
            </a:r>
            <a:endParaRPr/>
          </a:p>
          <a:p>
            <a:pPr indent="-330200" lvl="0" marL="457200" rtl="0" algn="just">
              <a:lnSpc>
                <a:spcPct val="125000"/>
              </a:lnSpc>
              <a:spcBef>
                <a:spcPts val="0"/>
              </a:spcBef>
              <a:spcAft>
                <a:spcPts val="0"/>
              </a:spcAft>
              <a:buSzPts val="1600"/>
              <a:buChar char="●"/>
            </a:pPr>
            <a:r>
              <a:rPr lang="en"/>
              <a:t>During the analysis, we observed that flight delays are influenced by multiple factors, such as airline performance, airport congestion, and time of day. In particular, delays tend to accumulate as the day progresses.</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12"/>
          <p:cNvSpPr txBox="1"/>
          <p:nvPr>
            <p:ph type="title"/>
          </p:nvPr>
        </p:nvSpPr>
        <p:spPr>
          <a:xfrm>
            <a:off x="-177225" y="-88625"/>
            <a:ext cx="7509300" cy="1283400"/>
          </a:xfrm>
          <a:prstGeom prst="rect">
            <a:avLst/>
          </a:prstGeom>
          <a:noFill/>
          <a:ln>
            <a:noFill/>
          </a:ln>
        </p:spPr>
        <p:txBody>
          <a:bodyPr anchorCtr="0" anchor="ctr" bIns="91425" lIns="91425" spcFirstLastPara="1" rIns="91425" wrap="square" tIns="91425">
            <a:noAutofit/>
          </a:bodyPr>
          <a:lstStyle/>
          <a:p>
            <a:pPr indent="0" lvl="0" marL="0" rtl="0" algn="ctr">
              <a:lnSpc>
                <a:spcPct val="80000"/>
              </a:lnSpc>
              <a:spcBef>
                <a:spcPts val="0"/>
              </a:spcBef>
              <a:spcAft>
                <a:spcPts val="0"/>
              </a:spcAft>
              <a:buSzPts val="5600"/>
              <a:buNone/>
            </a:pPr>
            <a:r>
              <a:rPr lang="en" sz="3000"/>
              <a:t>Conclusion and lesson learned</a:t>
            </a:r>
            <a:endParaRPr sz="3000"/>
          </a:p>
        </p:txBody>
      </p:sp>
      <p:sp>
        <p:nvSpPr>
          <p:cNvPr id="409" name="Google Shape;409;p12"/>
          <p:cNvSpPr txBox="1"/>
          <p:nvPr>
            <p:ph idx="1" type="body"/>
          </p:nvPr>
        </p:nvSpPr>
        <p:spPr>
          <a:xfrm>
            <a:off x="874225" y="906725"/>
            <a:ext cx="7509300" cy="3369000"/>
          </a:xfrm>
          <a:prstGeom prst="rect">
            <a:avLst/>
          </a:prstGeom>
          <a:noFill/>
          <a:ln>
            <a:noFill/>
          </a:ln>
        </p:spPr>
        <p:txBody>
          <a:bodyPr anchorCtr="0" anchor="t" bIns="91425" lIns="91425" spcFirstLastPara="1" rIns="91425" wrap="square" tIns="91425">
            <a:noAutofit/>
          </a:bodyPr>
          <a:lstStyle/>
          <a:p>
            <a:pPr indent="-330200" lvl="0" marL="457200" rtl="0" algn="just">
              <a:lnSpc>
                <a:spcPct val="125000"/>
              </a:lnSpc>
              <a:spcBef>
                <a:spcPts val="0"/>
              </a:spcBef>
              <a:spcAft>
                <a:spcPts val="0"/>
              </a:spcAft>
              <a:buSzPts val="1600"/>
              <a:buChar char="●"/>
            </a:pPr>
            <a:r>
              <a:rPr lang="en"/>
              <a:t>We also attempted to build a machine learning model to predict delays. However, we learned that prediction accuracy is limited when important features are missing, such as weather conditions and real-time traffic data.</a:t>
            </a:r>
            <a:r>
              <a:rPr lang="en"/>
              <a:t> </a:t>
            </a:r>
            <a:endParaRPr/>
          </a:p>
          <a:p>
            <a:pPr indent="-330200" lvl="0" marL="457200" rtl="0" algn="just">
              <a:lnSpc>
                <a:spcPct val="125000"/>
              </a:lnSpc>
              <a:spcBef>
                <a:spcPts val="0"/>
              </a:spcBef>
              <a:spcAft>
                <a:spcPts val="0"/>
              </a:spcAft>
              <a:buSzPts val="1600"/>
              <a:buChar char="●"/>
            </a:pPr>
            <a:r>
              <a:rPr lang="en"/>
              <a:t>Visualization played an important role in helping us understand patterns and communicate insights more effectively, especially when comparing delays across airlines and time periods.</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3" name="Shape 413"/>
        <p:cNvGrpSpPr/>
        <p:nvPr/>
      </p:nvGrpSpPr>
      <p:grpSpPr>
        <a:xfrm>
          <a:off x="0" y="0"/>
          <a:ext cx="0" cy="0"/>
          <a:chOff x="0" y="0"/>
          <a:chExt cx="0" cy="0"/>
        </a:xfrm>
      </p:grpSpPr>
      <p:sp>
        <p:nvSpPr>
          <p:cNvPr id="414" name="Google Shape;414;p14"/>
          <p:cNvSpPr txBox="1"/>
          <p:nvPr>
            <p:ph type="title"/>
          </p:nvPr>
        </p:nvSpPr>
        <p:spPr>
          <a:xfrm>
            <a:off x="4969675" y="925425"/>
            <a:ext cx="3766800" cy="1374600"/>
          </a:xfrm>
          <a:prstGeom prst="rect">
            <a:avLst/>
          </a:prstGeom>
          <a:noFill/>
          <a:ln>
            <a:noFill/>
          </a:ln>
        </p:spPr>
        <p:txBody>
          <a:bodyPr anchorCtr="0" anchor="b" bIns="91425" lIns="91425" spcFirstLastPara="1" rIns="91425" wrap="square" tIns="91425">
            <a:noAutofit/>
          </a:bodyPr>
          <a:lstStyle/>
          <a:p>
            <a:pPr indent="0" lvl="0" marL="0" rtl="0" algn="l">
              <a:lnSpc>
                <a:spcPct val="80000"/>
              </a:lnSpc>
              <a:spcBef>
                <a:spcPts val="0"/>
              </a:spcBef>
              <a:spcAft>
                <a:spcPts val="0"/>
              </a:spcAft>
              <a:buSzPts val="3600"/>
              <a:buNone/>
            </a:pPr>
            <a:r>
              <a:rPr lang="en"/>
              <a:t>Thank you</a:t>
            </a:r>
            <a:endParaRPr/>
          </a:p>
        </p:txBody>
      </p:sp>
      <p:sp>
        <p:nvSpPr>
          <p:cNvPr id="415" name="Google Shape;415;p14"/>
          <p:cNvSpPr txBox="1"/>
          <p:nvPr>
            <p:ph idx="1" type="body"/>
          </p:nvPr>
        </p:nvSpPr>
        <p:spPr>
          <a:xfrm>
            <a:off x="4969675" y="2571750"/>
            <a:ext cx="3766800" cy="1374600"/>
          </a:xfrm>
          <a:prstGeom prst="rect">
            <a:avLst/>
          </a:prstGeom>
          <a:noFill/>
          <a:ln>
            <a:noFill/>
          </a:ln>
        </p:spPr>
        <p:txBody>
          <a:bodyPr anchorCtr="0" anchor="t" bIns="91425" lIns="91425" spcFirstLastPara="1" rIns="91425" wrap="square" tIns="91425">
            <a:noAutofit/>
          </a:bodyPr>
          <a:lstStyle/>
          <a:p>
            <a:pPr indent="0" lvl="0" marL="0" rtl="0" algn="l">
              <a:lnSpc>
                <a:spcPct val="125000"/>
              </a:lnSpc>
              <a:spcBef>
                <a:spcPts val="0"/>
              </a:spcBef>
              <a:spcAft>
                <a:spcPts val="800"/>
              </a:spcAft>
              <a:buSzPts val="1100"/>
              <a:buNone/>
            </a:pPr>
            <a:r>
              <a:rPr lang="en"/>
              <a:t>We had a great time solving all challenges and projects in the course!</a:t>
            </a:r>
            <a:endParaRPr/>
          </a:p>
        </p:txBody>
      </p:sp>
    </p:spTree>
  </p:cSld>
  <p:clrMapOvr>
    <a:masterClrMapping/>
  </p:clrMapOvr>
</p:sld>
</file>

<file path=ppt/theme/theme1.xml><?xml version="1.0" encoding="utf-8"?>
<a:theme xmlns:a="http://schemas.openxmlformats.org/drawingml/2006/main" xmlns:r="http://schemas.openxmlformats.org/officeDocument/2006/relationships" name="NYU Elegant">
  <a:themeElements>
    <a:clrScheme name="Simple Light">
      <a:dk1>
        <a:srgbClr val="57068C"/>
      </a:dk1>
      <a:lt1>
        <a:srgbClr val="FFFFFF"/>
      </a:lt1>
      <a:dk2>
        <a:srgbClr val="333333"/>
      </a:dk2>
      <a:lt2>
        <a:srgbClr val="E3DFE9"/>
      </a:lt2>
      <a:accent1>
        <a:srgbClr val="9A6ABA"/>
      </a:accent1>
      <a:accent2>
        <a:srgbClr val="330662"/>
      </a:accent2>
      <a:accent3>
        <a:srgbClr val="007E8A"/>
      </a:accent3>
      <a:accent4>
        <a:srgbClr val="E97300"/>
      </a:accent4>
      <a:accent5>
        <a:srgbClr val="799A05"/>
      </a:accent5>
      <a:accent6>
        <a:srgbClr val="C50F3C"/>
      </a:accent6>
      <a:hlink>
        <a:srgbClr val="57068C"/>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NYU Elegant">
  <a:themeElements>
    <a:clrScheme name="Simple Light">
      <a:dk1>
        <a:srgbClr val="57068C"/>
      </a:dk1>
      <a:lt1>
        <a:srgbClr val="FFFFFF"/>
      </a:lt1>
      <a:dk2>
        <a:srgbClr val="333333"/>
      </a:dk2>
      <a:lt2>
        <a:srgbClr val="E3DFE9"/>
      </a:lt2>
      <a:accent1>
        <a:srgbClr val="9A6ABA"/>
      </a:accent1>
      <a:accent2>
        <a:srgbClr val="330662"/>
      </a:accent2>
      <a:accent3>
        <a:srgbClr val="007E8A"/>
      </a:accent3>
      <a:accent4>
        <a:srgbClr val="E97300"/>
      </a:accent4>
      <a:accent5>
        <a:srgbClr val="799A05"/>
      </a:accent5>
      <a:accent6>
        <a:srgbClr val="C50F3C"/>
      </a:accent6>
      <a:hlink>
        <a:srgbClr val="57068C"/>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